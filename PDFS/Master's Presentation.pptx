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b31b99f5f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2b31b99f5f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2b31b99f5f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31b99f5f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31b99f5f0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2b31b99f5f0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b31b99f5f0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b31b99f5f0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2b31b99f5f0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31b99f5f0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31b99f5f0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2b31b99f5f0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b31b99f5f0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b31b99f5f0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2b31b99f5f0_0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b31b99f5f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b31b99f5f0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2b31b99f5f0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b31b99f5f0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b31b99f5f0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2b31b99f5f0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b31b99f5f0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b31b99f5f0_0_1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b31b99f5f0_0_1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b31b99f5f0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b31b99f5f0_0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2b31b99f5f0_0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b31b99f5f0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b31b99f5f0_0_1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2b31b99f5f0_0_1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b31b99f5f0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b31b99f5f0_0_1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2b31b99f5f0_0_1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b31b99f5f0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b31b99f5f0_0_1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2b31b99f5f0_0_1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b31b99f5f0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b31b99f5f0_0_1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2b31b99f5f0_0_1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b31b99f5f0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b31b99f5f0_0_2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2b31b99f5f0_0_2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b31b99f5f0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b31b99f5f0_0_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2b31b99f5f0_0_2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b31b99f5f0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b31b99f5f0_0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2b31b99f5f0_0_2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b35023262b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b35023262b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2b35023262b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b35023262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b35023262b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2b35023262b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b35023262b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b35023262b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2b35023262b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b35023262b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b35023262b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2b35023262b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b35023262b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b35023262b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2b35023262b_0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p:cSld name="Titel">
    <p:spTree>
      <p:nvGrpSpPr>
        <p:cNvPr id="13" name="Shape 13"/>
        <p:cNvGrpSpPr/>
        <p:nvPr/>
      </p:nvGrpSpPr>
      <p:grpSpPr>
        <a:xfrm>
          <a:off x="0" y="0"/>
          <a:ext cx="0" cy="0"/>
          <a:chOff x="0" y="0"/>
          <a:chExt cx="0" cy="0"/>
        </a:xfrm>
      </p:grpSpPr>
      <p:pic>
        <p:nvPicPr>
          <p:cNvPr id="14" name="Google Shape;14;p2"/>
          <p:cNvPicPr preferRelativeResize="0"/>
          <p:nvPr/>
        </p:nvPicPr>
        <p:blipFill rotWithShape="1">
          <a:blip r:embed="rId2">
            <a:alphaModFix/>
          </a:blip>
          <a:srcRect b="0" l="0" r="0" t="3870"/>
          <a:stretch/>
        </p:blipFill>
        <p:spPr>
          <a:xfrm>
            <a:off x="0" y="-25292"/>
            <a:ext cx="12192000" cy="6896099"/>
          </a:xfrm>
          <a:prstGeom prst="rect">
            <a:avLst/>
          </a:prstGeom>
          <a:noFill/>
          <a:ln>
            <a:noFill/>
          </a:ln>
        </p:spPr>
      </p:pic>
      <p:pic>
        <p:nvPicPr>
          <p:cNvPr id="15" name="Google Shape;15;p2"/>
          <p:cNvPicPr preferRelativeResize="0"/>
          <p:nvPr/>
        </p:nvPicPr>
        <p:blipFill rotWithShape="1">
          <a:blip r:embed="rId3">
            <a:alphaModFix/>
          </a:blip>
          <a:srcRect b="0" l="0" r="0" t="0"/>
          <a:stretch/>
        </p:blipFill>
        <p:spPr>
          <a:xfrm>
            <a:off x="9428982" y="3525292"/>
            <a:ext cx="2121412" cy="2785782"/>
          </a:xfrm>
          <a:prstGeom prst="rect">
            <a:avLst/>
          </a:prstGeom>
          <a:noFill/>
          <a:ln>
            <a:noFill/>
          </a:ln>
        </p:spPr>
      </p:pic>
      <p:sp>
        <p:nvSpPr>
          <p:cNvPr id="16" name="Google Shape;16;p2"/>
          <p:cNvSpPr txBox="1"/>
          <p:nvPr>
            <p:ph type="title"/>
          </p:nvPr>
        </p:nvSpPr>
        <p:spPr>
          <a:xfrm>
            <a:off x="838200" y="2433064"/>
            <a:ext cx="8915400" cy="1325563"/>
          </a:xfrm>
          <a:prstGeom prst="rect">
            <a:avLst/>
          </a:prstGeom>
          <a:noFill/>
          <a:ln>
            <a:noFill/>
          </a:ln>
        </p:spPr>
        <p:txBody>
          <a:bodyPr anchorCtr="0" anchor="t" bIns="45700" lIns="0" spcFirstLastPara="1" rIns="0" wrap="square" tIns="45700">
            <a:noAutofit/>
          </a:bodyPr>
          <a:lstStyle>
            <a:lvl1pPr lvl="0" marR="0" rtl="0" algn="l">
              <a:lnSpc>
                <a:spcPct val="90000"/>
              </a:lnSpc>
              <a:spcBef>
                <a:spcPts val="0"/>
              </a:spcBef>
              <a:spcAft>
                <a:spcPts val="0"/>
              </a:spcAft>
              <a:buClr>
                <a:schemeClr val="lt1"/>
              </a:buClr>
              <a:buSzPts val="3600"/>
              <a:buFont typeface="Calibri"/>
              <a:buNone/>
              <a:defRPr b="1" i="0" sz="36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2"/>
          <p:cNvSpPr txBox="1"/>
          <p:nvPr>
            <p:ph idx="1" type="body"/>
          </p:nvPr>
        </p:nvSpPr>
        <p:spPr>
          <a:xfrm>
            <a:off x="838200" y="3867150"/>
            <a:ext cx="8915400" cy="24431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81000" lvl="3" marL="18288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4pPr>
            <a:lvl5pPr indent="-381000" lvl="4" marL="22860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 name="Google Shape;18;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chemeClr val="lt1"/>
                </a:solidFill>
                <a:latin typeface="Calibri"/>
                <a:ea typeface="Calibri"/>
                <a:cs typeface="Calibri"/>
                <a:sym typeface="Calibri"/>
              </a:defRPr>
            </a:lvl1pPr>
            <a:lvl2pPr lvl="1">
              <a:buNone/>
              <a:defRPr>
                <a:solidFill>
                  <a:schemeClr val="lt1"/>
                </a:solidFill>
                <a:latin typeface="Calibri"/>
                <a:ea typeface="Calibri"/>
                <a:cs typeface="Calibri"/>
                <a:sym typeface="Calibri"/>
              </a:defRPr>
            </a:lvl2pPr>
            <a:lvl3pPr lvl="2">
              <a:buNone/>
              <a:defRPr>
                <a:solidFill>
                  <a:schemeClr val="lt1"/>
                </a:solidFill>
                <a:latin typeface="Calibri"/>
                <a:ea typeface="Calibri"/>
                <a:cs typeface="Calibri"/>
                <a:sym typeface="Calibri"/>
              </a:defRPr>
            </a:lvl3pPr>
            <a:lvl4pPr lvl="3">
              <a:buNone/>
              <a:defRPr>
                <a:solidFill>
                  <a:schemeClr val="lt1"/>
                </a:solidFill>
                <a:latin typeface="Calibri"/>
                <a:ea typeface="Calibri"/>
                <a:cs typeface="Calibri"/>
                <a:sym typeface="Calibri"/>
              </a:defRPr>
            </a:lvl4pPr>
            <a:lvl5pPr lvl="4">
              <a:buNone/>
              <a:defRPr>
                <a:solidFill>
                  <a:schemeClr val="lt1"/>
                </a:solidFill>
                <a:latin typeface="Calibri"/>
                <a:ea typeface="Calibri"/>
                <a:cs typeface="Calibri"/>
                <a:sym typeface="Calibri"/>
              </a:defRPr>
            </a:lvl5pPr>
            <a:lvl6pPr lvl="5">
              <a:buNone/>
              <a:defRPr>
                <a:solidFill>
                  <a:schemeClr val="lt1"/>
                </a:solidFill>
                <a:latin typeface="Calibri"/>
                <a:ea typeface="Calibri"/>
                <a:cs typeface="Calibri"/>
                <a:sym typeface="Calibri"/>
              </a:defRPr>
            </a:lvl6pPr>
            <a:lvl7pPr lvl="6">
              <a:buNone/>
              <a:defRPr>
                <a:solidFill>
                  <a:schemeClr val="lt1"/>
                </a:solidFill>
                <a:latin typeface="Calibri"/>
                <a:ea typeface="Calibri"/>
                <a:cs typeface="Calibri"/>
                <a:sym typeface="Calibri"/>
              </a:defRPr>
            </a:lvl7pPr>
            <a:lvl8pPr lvl="7">
              <a:buNone/>
              <a:defRPr>
                <a:solidFill>
                  <a:schemeClr val="lt1"/>
                </a:solidFill>
                <a:latin typeface="Calibri"/>
                <a:ea typeface="Calibri"/>
                <a:cs typeface="Calibri"/>
                <a:sym typeface="Calibri"/>
              </a:defRPr>
            </a:lvl8pPr>
            <a:lvl9pPr lvl="8">
              <a:buNone/>
              <a:defRPr>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
  <p:cSld name="Kapitel">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0" t="4014"/>
          <a:stretch/>
        </p:blipFill>
        <p:spPr>
          <a:xfrm>
            <a:off x="0" y="-27710"/>
            <a:ext cx="12192000" cy="6885709"/>
          </a:xfrm>
          <a:prstGeom prst="rect">
            <a:avLst/>
          </a:prstGeom>
          <a:noFill/>
          <a:ln>
            <a:noFill/>
          </a:ln>
        </p:spPr>
      </p:pic>
      <p:pic>
        <p:nvPicPr>
          <p:cNvPr id="21" name="Google Shape;21;p3"/>
          <p:cNvPicPr preferRelativeResize="0"/>
          <p:nvPr/>
        </p:nvPicPr>
        <p:blipFill rotWithShape="1">
          <a:blip r:embed="rId3">
            <a:alphaModFix/>
          </a:blip>
          <a:srcRect b="0" l="0" r="0" t="0"/>
          <a:stretch/>
        </p:blipFill>
        <p:spPr>
          <a:xfrm>
            <a:off x="10139022" y="4457700"/>
            <a:ext cx="1411371" cy="1853374"/>
          </a:xfrm>
          <a:prstGeom prst="rect">
            <a:avLst/>
          </a:prstGeom>
          <a:noFill/>
          <a:ln>
            <a:noFill/>
          </a:ln>
        </p:spPr>
      </p:pic>
      <p:sp>
        <p:nvSpPr>
          <p:cNvPr id="22" name="Google Shape;22;p3"/>
          <p:cNvSpPr txBox="1"/>
          <p:nvPr>
            <p:ph type="title"/>
          </p:nvPr>
        </p:nvSpPr>
        <p:spPr>
          <a:xfrm>
            <a:off x="838200" y="2433064"/>
            <a:ext cx="8915400" cy="1325563"/>
          </a:xfrm>
          <a:prstGeom prst="rect">
            <a:avLst/>
          </a:prstGeom>
          <a:noFill/>
          <a:ln>
            <a:noFill/>
          </a:ln>
        </p:spPr>
        <p:txBody>
          <a:bodyPr anchorCtr="0" anchor="t" bIns="45700" lIns="0" spcFirstLastPara="1" rIns="0" wrap="square" tIns="45700">
            <a:noAutofit/>
          </a:bodyPr>
          <a:lstStyle>
            <a:lvl1pPr lvl="0" marR="0" rtl="0" algn="l">
              <a:lnSpc>
                <a:spcPct val="90000"/>
              </a:lnSpc>
              <a:spcBef>
                <a:spcPts val="0"/>
              </a:spcBef>
              <a:spcAft>
                <a:spcPts val="0"/>
              </a:spcAft>
              <a:buClr>
                <a:schemeClr val="lt1"/>
              </a:buClr>
              <a:buSzPts val="3600"/>
              <a:buFont typeface="Calibri"/>
              <a:buNone/>
              <a:defRPr b="1" i="0" sz="36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3"/>
          <p:cNvSpPr txBox="1"/>
          <p:nvPr>
            <p:ph idx="1" type="body"/>
          </p:nvPr>
        </p:nvSpPr>
        <p:spPr>
          <a:xfrm>
            <a:off x="838200" y="3867150"/>
            <a:ext cx="8915400" cy="24431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81000" lvl="3" marL="18288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4pPr>
            <a:lvl5pPr indent="-381000" lvl="4" marL="22860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chemeClr val="lt1"/>
                </a:solidFill>
                <a:latin typeface="Calibri"/>
                <a:ea typeface="Calibri"/>
                <a:cs typeface="Calibri"/>
                <a:sym typeface="Calibri"/>
              </a:defRPr>
            </a:lvl1pPr>
            <a:lvl2pPr lvl="1">
              <a:buNone/>
              <a:defRPr>
                <a:solidFill>
                  <a:schemeClr val="lt1"/>
                </a:solidFill>
                <a:latin typeface="Calibri"/>
                <a:ea typeface="Calibri"/>
                <a:cs typeface="Calibri"/>
                <a:sym typeface="Calibri"/>
              </a:defRPr>
            </a:lvl2pPr>
            <a:lvl3pPr lvl="2">
              <a:buNone/>
              <a:defRPr>
                <a:solidFill>
                  <a:schemeClr val="lt1"/>
                </a:solidFill>
                <a:latin typeface="Calibri"/>
                <a:ea typeface="Calibri"/>
                <a:cs typeface="Calibri"/>
                <a:sym typeface="Calibri"/>
              </a:defRPr>
            </a:lvl3pPr>
            <a:lvl4pPr lvl="3">
              <a:buNone/>
              <a:defRPr>
                <a:solidFill>
                  <a:schemeClr val="lt1"/>
                </a:solidFill>
                <a:latin typeface="Calibri"/>
                <a:ea typeface="Calibri"/>
                <a:cs typeface="Calibri"/>
                <a:sym typeface="Calibri"/>
              </a:defRPr>
            </a:lvl4pPr>
            <a:lvl5pPr lvl="4">
              <a:buNone/>
              <a:defRPr>
                <a:solidFill>
                  <a:schemeClr val="lt1"/>
                </a:solidFill>
                <a:latin typeface="Calibri"/>
                <a:ea typeface="Calibri"/>
                <a:cs typeface="Calibri"/>
                <a:sym typeface="Calibri"/>
              </a:defRPr>
            </a:lvl5pPr>
            <a:lvl6pPr lvl="5">
              <a:buNone/>
              <a:defRPr>
                <a:solidFill>
                  <a:schemeClr val="lt1"/>
                </a:solidFill>
                <a:latin typeface="Calibri"/>
                <a:ea typeface="Calibri"/>
                <a:cs typeface="Calibri"/>
                <a:sym typeface="Calibri"/>
              </a:defRPr>
            </a:lvl6pPr>
            <a:lvl7pPr lvl="6">
              <a:buNone/>
              <a:defRPr>
                <a:solidFill>
                  <a:schemeClr val="lt1"/>
                </a:solidFill>
                <a:latin typeface="Calibri"/>
                <a:ea typeface="Calibri"/>
                <a:cs typeface="Calibri"/>
                <a:sym typeface="Calibri"/>
              </a:defRPr>
            </a:lvl7pPr>
            <a:lvl8pPr lvl="7">
              <a:buNone/>
              <a:defRPr>
                <a:solidFill>
                  <a:schemeClr val="lt1"/>
                </a:solidFill>
                <a:latin typeface="Calibri"/>
                <a:ea typeface="Calibri"/>
                <a:cs typeface="Calibri"/>
                <a:sym typeface="Calibri"/>
              </a:defRPr>
            </a:lvl8pPr>
            <a:lvl9pPr lvl="8">
              <a:buNone/>
              <a:defRPr>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p:cSld name="Inhalt">
    <p:spTree>
      <p:nvGrpSpPr>
        <p:cNvPr id="25" name="Shape 25"/>
        <p:cNvGrpSpPr/>
        <p:nvPr/>
      </p:nvGrpSpPr>
      <p:grpSpPr>
        <a:xfrm>
          <a:off x="0" y="0"/>
          <a:ext cx="0" cy="0"/>
          <a:chOff x="0" y="0"/>
          <a:chExt cx="0" cy="0"/>
        </a:xfrm>
      </p:grpSpPr>
      <p:sp>
        <p:nvSpPr>
          <p:cNvPr id="26" name="Google Shape;26;p4"/>
          <p:cNvSpPr txBox="1"/>
          <p:nvPr>
            <p:ph type="title"/>
          </p:nvPr>
        </p:nvSpPr>
        <p:spPr>
          <a:xfrm>
            <a:off x="838200" y="1613914"/>
            <a:ext cx="8915400" cy="1325563"/>
          </a:xfrm>
          <a:prstGeom prst="rect">
            <a:avLst/>
          </a:prstGeom>
          <a:noFill/>
          <a:ln>
            <a:noFill/>
          </a:ln>
        </p:spPr>
        <p:txBody>
          <a:bodyPr anchorCtr="0" anchor="b" bIns="90000" lIns="0" spcFirstLastPara="1" rIns="0" wrap="square" tIns="0">
            <a:noAutofit/>
          </a:bodyPr>
          <a:lstStyle>
            <a:lvl1pPr lvl="0" marR="0" rtl="0" algn="l">
              <a:lnSpc>
                <a:spcPct val="90000"/>
              </a:lnSpc>
              <a:spcBef>
                <a:spcPts val="0"/>
              </a:spcBef>
              <a:spcAft>
                <a:spcPts val="0"/>
              </a:spcAft>
              <a:buClr>
                <a:srgbClr val="5A5A5A"/>
              </a:buClr>
              <a:buSzPts val="3600"/>
              <a:buFont typeface="Calibri"/>
              <a:buNone/>
              <a:defRPr b="1" i="0" sz="3600" u="none" cap="none" strike="noStrike">
                <a:solidFill>
                  <a:srgbClr val="5A5A5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7" name="Google Shape;27;p4"/>
          <p:cNvSpPr txBox="1"/>
          <p:nvPr>
            <p:ph idx="1" type="body"/>
          </p:nvPr>
        </p:nvSpPr>
        <p:spPr>
          <a:xfrm>
            <a:off x="838200" y="3048000"/>
            <a:ext cx="8915400" cy="2443163"/>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rgbClr val="5A5A5A"/>
              </a:buClr>
              <a:buSzPts val="2800"/>
              <a:buFont typeface="Arial"/>
              <a:buChar char="•"/>
              <a:defRPr sz="2800">
                <a:solidFill>
                  <a:srgbClr val="5A5A5A"/>
                </a:solidFill>
                <a:latin typeface="Calibri"/>
                <a:ea typeface="Calibri"/>
                <a:cs typeface="Calibri"/>
                <a:sym typeface="Calibri"/>
              </a:defRPr>
            </a:lvl1pPr>
            <a:lvl2pPr indent="-381000" lvl="1" marL="9144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2pPr>
            <a:lvl3pPr indent="-355600" lvl="2" marL="1371600" marR="0" rtl="0" algn="l">
              <a:lnSpc>
                <a:spcPct val="90000"/>
              </a:lnSpc>
              <a:spcBef>
                <a:spcPts val="500"/>
              </a:spcBef>
              <a:spcAft>
                <a:spcPts val="0"/>
              </a:spcAft>
              <a:buClr>
                <a:srgbClr val="5A5A5A"/>
              </a:buClr>
              <a:buSzPts val="2000"/>
              <a:buFont typeface="Arial"/>
              <a:buChar char="•"/>
              <a:defRPr b="0" i="0" sz="2000" u="none" cap="none" strike="noStrike">
                <a:solidFill>
                  <a:srgbClr val="5A5A5A"/>
                </a:solidFill>
                <a:latin typeface="Calibri"/>
                <a:ea typeface="Calibri"/>
                <a:cs typeface="Calibri"/>
                <a:sym typeface="Calibri"/>
              </a:defRPr>
            </a:lvl3pPr>
            <a:lvl4pPr indent="-342900" lvl="3" marL="18288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Arial"/>
                <a:ea typeface="Arial"/>
                <a:cs typeface="Arial"/>
                <a:sym typeface="Arial"/>
              </a:defRPr>
            </a:lvl4pPr>
            <a:lvl5pPr indent="-342900" lvl="4" marL="22860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1" type="ftr"/>
          </p:nvPr>
        </p:nvSpPr>
        <p:spPr>
          <a:xfrm>
            <a:off x="1169895" y="6407121"/>
            <a:ext cx="4497480"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4"/>
          <p:cNvSpPr txBox="1"/>
          <p:nvPr>
            <p:ph idx="10" type="dt"/>
          </p:nvPr>
        </p:nvSpPr>
        <p:spPr>
          <a:xfrm>
            <a:off x="8610600" y="6407121"/>
            <a:ext cx="2743200" cy="365125"/>
          </a:xfrm>
          <a:prstGeom prst="rect">
            <a:avLst/>
          </a:prstGeom>
          <a:noFill/>
          <a:ln>
            <a:noFill/>
          </a:ln>
        </p:spPr>
        <p:txBody>
          <a:bodyPr anchorCtr="0" anchor="ctr" bIns="45700" lIns="0" spcFirstLastPara="1" rIns="0" wrap="square" tIns="45700">
            <a:noAutofit/>
          </a:bodyPr>
          <a:lstStyle>
            <a:lvl1pPr lvl="0" marR="0" rtl="0" algn="r">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4"/>
          <p:cNvSpPr txBox="1"/>
          <p:nvPr>
            <p:ph idx="2" type="body"/>
          </p:nvPr>
        </p:nvSpPr>
        <p:spPr>
          <a:xfrm>
            <a:off x="838200" y="156386"/>
            <a:ext cx="8915400" cy="427038"/>
          </a:xfrm>
          <a:prstGeom prst="rect">
            <a:avLst/>
          </a:prstGeom>
          <a:noFill/>
          <a:ln>
            <a:noFill/>
          </a:ln>
        </p:spPr>
        <p:txBody>
          <a:bodyPr anchorCtr="0" anchor="b" bIns="0" lIns="0" spcFirstLastPara="1" rIns="0" wrap="square" tIns="0">
            <a:noAutofit/>
          </a:bodyPr>
          <a:lstStyle>
            <a:lvl1pPr indent="-228600" lvl="0" marL="457200" marR="0" rtl="0" algn="l">
              <a:lnSpc>
                <a:spcPct val="90000"/>
              </a:lnSpc>
              <a:spcBef>
                <a:spcPts val="1000"/>
              </a:spcBef>
              <a:spcAft>
                <a:spcPts val="0"/>
              </a:spcAft>
              <a:buClr>
                <a:schemeClr val="lt1"/>
              </a:buClr>
              <a:buSzPts val="2400"/>
              <a:buFont typeface="Arial"/>
              <a:buNone/>
              <a:defRPr b="1" sz="2400">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5A5A5A"/>
                </a:solidFill>
                <a:latin typeface="Calibri"/>
                <a:ea typeface="Calibri"/>
                <a:cs typeface="Calibri"/>
                <a:sym typeface="Calibri"/>
              </a:defRPr>
            </a:lvl1pPr>
            <a:lvl2pPr lvl="1">
              <a:buNone/>
              <a:defRPr>
                <a:solidFill>
                  <a:srgbClr val="5A5A5A"/>
                </a:solidFill>
                <a:latin typeface="Calibri"/>
                <a:ea typeface="Calibri"/>
                <a:cs typeface="Calibri"/>
                <a:sym typeface="Calibri"/>
              </a:defRPr>
            </a:lvl2pPr>
            <a:lvl3pPr lvl="2">
              <a:buNone/>
              <a:defRPr>
                <a:solidFill>
                  <a:srgbClr val="5A5A5A"/>
                </a:solidFill>
                <a:latin typeface="Calibri"/>
                <a:ea typeface="Calibri"/>
                <a:cs typeface="Calibri"/>
                <a:sym typeface="Calibri"/>
              </a:defRPr>
            </a:lvl3pPr>
            <a:lvl4pPr lvl="3">
              <a:buNone/>
              <a:defRPr>
                <a:solidFill>
                  <a:srgbClr val="5A5A5A"/>
                </a:solidFill>
                <a:latin typeface="Calibri"/>
                <a:ea typeface="Calibri"/>
                <a:cs typeface="Calibri"/>
                <a:sym typeface="Calibri"/>
              </a:defRPr>
            </a:lvl4pPr>
            <a:lvl5pPr lvl="4">
              <a:buNone/>
              <a:defRPr>
                <a:solidFill>
                  <a:srgbClr val="5A5A5A"/>
                </a:solidFill>
                <a:latin typeface="Calibri"/>
                <a:ea typeface="Calibri"/>
                <a:cs typeface="Calibri"/>
                <a:sym typeface="Calibri"/>
              </a:defRPr>
            </a:lvl5pPr>
            <a:lvl6pPr lvl="5">
              <a:buNone/>
              <a:defRPr>
                <a:solidFill>
                  <a:srgbClr val="5A5A5A"/>
                </a:solidFill>
                <a:latin typeface="Calibri"/>
                <a:ea typeface="Calibri"/>
                <a:cs typeface="Calibri"/>
                <a:sym typeface="Calibri"/>
              </a:defRPr>
            </a:lvl6pPr>
            <a:lvl7pPr lvl="6">
              <a:buNone/>
              <a:defRPr>
                <a:solidFill>
                  <a:srgbClr val="5A5A5A"/>
                </a:solidFill>
                <a:latin typeface="Calibri"/>
                <a:ea typeface="Calibri"/>
                <a:cs typeface="Calibri"/>
                <a:sym typeface="Calibri"/>
              </a:defRPr>
            </a:lvl7pPr>
            <a:lvl8pPr lvl="7">
              <a:buNone/>
              <a:defRPr>
                <a:solidFill>
                  <a:srgbClr val="5A5A5A"/>
                </a:solidFill>
                <a:latin typeface="Calibri"/>
                <a:ea typeface="Calibri"/>
                <a:cs typeface="Calibri"/>
                <a:sym typeface="Calibri"/>
              </a:defRPr>
            </a:lvl8pPr>
            <a:lvl9pPr lvl="8">
              <a:buNone/>
              <a:defRPr>
                <a:solidFill>
                  <a:srgbClr val="5A5A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2-spaltig">
  <p:cSld name="Inhalt 2-spaltig">
    <p:spTree>
      <p:nvGrpSpPr>
        <p:cNvPr id="32" name="Shape 32"/>
        <p:cNvGrpSpPr/>
        <p:nvPr/>
      </p:nvGrpSpPr>
      <p:grpSpPr>
        <a:xfrm>
          <a:off x="0" y="0"/>
          <a:ext cx="0" cy="0"/>
          <a:chOff x="0" y="0"/>
          <a:chExt cx="0" cy="0"/>
        </a:xfrm>
      </p:grpSpPr>
      <p:sp>
        <p:nvSpPr>
          <p:cNvPr id="33" name="Google Shape;33;p5"/>
          <p:cNvSpPr txBox="1"/>
          <p:nvPr>
            <p:ph idx="11" type="ftr"/>
          </p:nvPr>
        </p:nvSpPr>
        <p:spPr>
          <a:xfrm>
            <a:off x="1169895" y="6407121"/>
            <a:ext cx="4497480"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0" type="dt"/>
          </p:nvPr>
        </p:nvSpPr>
        <p:spPr>
          <a:xfrm>
            <a:off x="8610600" y="6407121"/>
            <a:ext cx="2743200" cy="365125"/>
          </a:xfrm>
          <a:prstGeom prst="rect">
            <a:avLst/>
          </a:prstGeom>
          <a:noFill/>
          <a:ln>
            <a:noFill/>
          </a:ln>
        </p:spPr>
        <p:txBody>
          <a:bodyPr anchorCtr="0" anchor="ctr" bIns="45700" lIns="0" spcFirstLastPara="1" rIns="0" wrap="square" tIns="45700">
            <a:noAutofit/>
          </a:bodyPr>
          <a:lstStyle>
            <a:lvl1pPr lvl="0" marR="0" rtl="0" algn="r">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0" spcFirstLastPara="1" rIns="91425" wrap="square" tIns="45700">
            <a:noAutofit/>
          </a:bodyPr>
          <a:lstStyle>
            <a:lvl1pPr indent="-406400" lvl="0" marL="457200" marR="0" rtl="0" algn="l">
              <a:lnSpc>
                <a:spcPct val="90000"/>
              </a:lnSpc>
              <a:spcBef>
                <a:spcPts val="1000"/>
              </a:spcBef>
              <a:spcAft>
                <a:spcPts val="0"/>
              </a:spcAft>
              <a:buClr>
                <a:srgbClr val="5A5A5A"/>
              </a:buClr>
              <a:buSzPts val="2800"/>
              <a:buFont typeface="Arial"/>
              <a:buChar char="•"/>
              <a:defRPr sz="2800">
                <a:solidFill>
                  <a:srgbClr val="5A5A5A"/>
                </a:solidFill>
                <a:latin typeface="Calibri"/>
                <a:ea typeface="Calibri"/>
                <a:cs typeface="Calibri"/>
                <a:sym typeface="Calibri"/>
              </a:defRPr>
            </a:lvl1pPr>
            <a:lvl2pPr indent="-381000" lvl="1" marL="9144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2pPr>
            <a:lvl3pPr indent="-355600" lvl="2" marL="1371600" marR="0" rtl="0" algn="l">
              <a:lnSpc>
                <a:spcPct val="90000"/>
              </a:lnSpc>
              <a:spcBef>
                <a:spcPts val="500"/>
              </a:spcBef>
              <a:spcAft>
                <a:spcPts val="0"/>
              </a:spcAft>
              <a:buClr>
                <a:srgbClr val="5A5A5A"/>
              </a:buClr>
              <a:buSzPts val="2000"/>
              <a:buFont typeface="Arial"/>
              <a:buChar char="•"/>
              <a:defRPr b="0" i="0" sz="2000" u="none" cap="none" strike="noStrike">
                <a:solidFill>
                  <a:srgbClr val="5A5A5A"/>
                </a:solidFill>
                <a:latin typeface="Calibri"/>
                <a:ea typeface="Calibri"/>
                <a:cs typeface="Calibri"/>
                <a:sym typeface="Calibri"/>
              </a:defRPr>
            </a:lvl3pPr>
            <a:lvl4pPr indent="-381000" lvl="3" marL="18288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Arial"/>
                <a:ea typeface="Arial"/>
                <a:cs typeface="Arial"/>
                <a:sym typeface="Arial"/>
              </a:defRPr>
            </a:lvl4pPr>
            <a:lvl5pPr indent="-381000" lvl="4" marL="22860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0" spcFirstLastPara="1" rIns="91425" wrap="square" tIns="45700">
            <a:noAutofit/>
          </a:bodyPr>
          <a:lstStyle>
            <a:lvl1pPr indent="-406400" lvl="0" marL="457200" marR="0" rtl="0" algn="l">
              <a:lnSpc>
                <a:spcPct val="90000"/>
              </a:lnSpc>
              <a:spcBef>
                <a:spcPts val="1000"/>
              </a:spcBef>
              <a:spcAft>
                <a:spcPts val="0"/>
              </a:spcAft>
              <a:buClr>
                <a:srgbClr val="5A5A5A"/>
              </a:buClr>
              <a:buSzPts val="2800"/>
              <a:buFont typeface="Arial"/>
              <a:buChar char="•"/>
              <a:defRPr sz="2800">
                <a:solidFill>
                  <a:srgbClr val="5A5A5A"/>
                </a:solidFill>
                <a:latin typeface="Calibri"/>
                <a:ea typeface="Calibri"/>
                <a:cs typeface="Calibri"/>
                <a:sym typeface="Calibri"/>
              </a:defRPr>
            </a:lvl1pPr>
            <a:lvl2pPr indent="-381000" lvl="1" marL="9144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2pPr>
            <a:lvl3pPr indent="-355600" lvl="2" marL="1371600" marR="0" rtl="0" algn="l">
              <a:lnSpc>
                <a:spcPct val="90000"/>
              </a:lnSpc>
              <a:spcBef>
                <a:spcPts val="500"/>
              </a:spcBef>
              <a:spcAft>
                <a:spcPts val="0"/>
              </a:spcAft>
              <a:buClr>
                <a:srgbClr val="5A5A5A"/>
              </a:buClr>
              <a:buSzPts val="2000"/>
              <a:buFont typeface="Arial"/>
              <a:buChar char="•"/>
              <a:defRPr b="0" i="0" sz="2000" u="none" cap="none" strike="noStrike">
                <a:solidFill>
                  <a:srgbClr val="5A5A5A"/>
                </a:solidFill>
                <a:latin typeface="Calibri"/>
                <a:ea typeface="Calibri"/>
                <a:cs typeface="Calibri"/>
                <a:sym typeface="Calibri"/>
              </a:defRPr>
            </a:lvl3pPr>
            <a:lvl4pPr indent="-381000" lvl="3" marL="18288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Arial"/>
                <a:ea typeface="Arial"/>
                <a:cs typeface="Arial"/>
                <a:sym typeface="Arial"/>
              </a:defRPr>
            </a:lvl4pPr>
            <a:lvl5pPr indent="-381000" lvl="4" marL="22860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
          <p:cNvSpPr txBox="1"/>
          <p:nvPr>
            <p:ph type="title"/>
          </p:nvPr>
        </p:nvSpPr>
        <p:spPr>
          <a:xfrm>
            <a:off x="838200" y="900953"/>
            <a:ext cx="10515600" cy="830543"/>
          </a:xfrm>
          <a:prstGeom prst="rect">
            <a:avLst/>
          </a:prstGeom>
          <a:noFill/>
          <a:ln>
            <a:noFill/>
          </a:ln>
        </p:spPr>
        <p:txBody>
          <a:bodyPr anchorCtr="0" anchor="b" bIns="90000" lIns="0" spcFirstLastPara="1" rIns="0" wrap="square" tIns="0">
            <a:noAutofit/>
          </a:bodyPr>
          <a:lstStyle>
            <a:lvl1pPr lvl="0" marR="0" rtl="0" algn="l">
              <a:lnSpc>
                <a:spcPct val="90000"/>
              </a:lnSpc>
              <a:spcBef>
                <a:spcPts val="0"/>
              </a:spcBef>
              <a:spcAft>
                <a:spcPts val="0"/>
              </a:spcAft>
              <a:buClr>
                <a:srgbClr val="5A5A5A"/>
              </a:buClr>
              <a:buSzPts val="3600"/>
              <a:buFont typeface="Calibri"/>
              <a:buNone/>
              <a:defRPr b="1" i="0" sz="3600" u="none" cap="none" strike="noStrike">
                <a:solidFill>
                  <a:srgbClr val="5A5A5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 name="Google Shape;38;p5"/>
          <p:cNvSpPr txBox="1"/>
          <p:nvPr>
            <p:ph idx="3" type="body"/>
          </p:nvPr>
        </p:nvSpPr>
        <p:spPr>
          <a:xfrm>
            <a:off x="838200" y="156386"/>
            <a:ext cx="8915400" cy="427038"/>
          </a:xfrm>
          <a:prstGeom prst="rect">
            <a:avLst/>
          </a:prstGeom>
          <a:noFill/>
          <a:ln>
            <a:noFill/>
          </a:ln>
        </p:spPr>
        <p:txBody>
          <a:bodyPr anchorCtr="0" anchor="b" bIns="0" lIns="0" spcFirstLastPara="1" rIns="0" wrap="square" tIns="0">
            <a:noAutofit/>
          </a:bodyPr>
          <a:lstStyle>
            <a:lvl1pPr indent="-228600" lvl="0" marL="457200" marR="0" rtl="0" algn="l">
              <a:lnSpc>
                <a:spcPct val="90000"/>
              </a:lnSpc>
              <a:spcBef>
                <a:spcPts val="1000"/>
              </a:spcBef>
              <a:spcAft>
                <a:spcPts val="0"/>
              </a:spcAft>
              <a:buClr>
                <a:schemeClr val="lt1"/>
              </a:buClr>
              <a:buSzPts val="2400"/>
              <a:buFont typeface="Arial"/>
              <a:buNone/>
              <a:defRPr b="1" sz="2400">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5A5A5A"/>
                </a:solidFill>
                <a:latin typeface="Calibri"/>
                <a:ea typeface="Calibri"/>
                <a:cs typeface="Calibri"/>
                <a:sym typeface="Calibri"/>
              </a:defRPr>
            </a:lvl1pPr>
            <a:lvl2pPr lvl="1">
              <a:buNone/>
              <a:defRPr>
                <a:solidFill>
                  <a:srgbClr val="5A5A5A"/>
                </a:solidFill>
                <a:latin typeface="Calibri"/>
                <a:ea typeface="Calibri"/>
                <a:cs typeface="Calibri"/>
                <a:sym typeface="Calibri"/>
              </a:defRPr>
            </a:lvl2pPr>
            <a:lvl3pPr lvl="2">
              <a:buNone/>
              <a:defRPr>
                <a:solidFill>
                  <a:srgbClr val="5A5A5A"/>
                </a:solidFill>
                <a:latin typeface="Calibri"/>
                <a:ea typeface="Calibri"/>
                <a:cs typeface="Calibri"/>
                <a:sym typeface="Calibri"/>
              </a:defRPr>
            </a:lvl3pPr>
            <a:lvl4pPr lvl="3">
              <a:buNone/>
              <a:defRPr>
                <a:solidFill>
                  <a:srgbClr val="5A5A5A"/>
                </a:solidFill>
                <a:latin typeface="Calibri"/>
                <a:ea typeface="Calibri"/>
                <a:cs typeface="Calibri"/>
                <a:sym typeface="Calibri"/>
              </a:defRPr>
            </a:lvl4pPr>
            <a:lvl5pPr lvl="4">
              <a:buNone/>
              <a:defRPr>
                <a:solidFill>
                  <a:srgbClr val="5A5A5A"/>
                </a:solidFill>
                <a:latin typeface="Calibri"/>
                <a:ea typeface="Calibri"/>
                <a:cs typeface="Calibri"/>
                <a:sym typeface="Calibri"/>
              </a:defRPr>
            </a:lvl5pPr>
            <a:lvl6pPr lvl="5">
              <a:buNone/>
              <a:defRPr>
                <a:solidFill>
                  <a:srgbClr val="5A5A5A"/>
                </a:solidFill>
                <a:latin typeface="Calibri"/>
                <a:ea typeface="Calibri"/>
                <a:cs typeface="Calibri"/>
                <a:sym typeface="Calibri"/>
              </a:defRPr>
            </a:lvl6pPr>
            <a:lvl7pPr lvl="6">
              <a:buNone/>
              <a:defRPr>
                <a:solidFill>
                  <a:srgbClr val="5A5A5A"/>
                </a:solidFill>
                <a:latin typeface="Calibri"/>
                <a:ea typeface="Calibri"/>
                <a:cs typeface="Calibri"/>
                <a:sym typeface="Calibri"/>
              </a:defRPr>
            </a:lvl7pPr>
            <a:lvl8pPr lvl="7">
              <a:buNone/>
              <a:defRPr>
                <a:solidFill>
                  <a:srgbClr val="5A5A5A"/>
                </a:solidFill>
                <a:latin typeface="Calibri"/>
                <a:ea typeface="Calibri"/>
                <a:cs typeface="Calibri"/>
                <a:sym typeface="Calibri"/>
              </a:defRPr>
            </a:lvl8pPr>
            <a:lvl9pPr lvl="8">
              <a:buNone/>
              <a:defRPr>
                <a:solidFill>
                  <a:srgbClr val="5A5A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_und_Bild">
  <p:cSld name="Inhalt_und_Bild">
    <p:spTree>
      <p:nvGrpSpPr>
        <p:cNvPr id="40" name="Shape 40"/>
        <p:cNvGrpSpPr/>
        <p:nvPr/>
      </p:nvGrpSpPr>
      <p:grpSpPr>
        <a:xfrm>
          <a:off x="0" y="0"/>
          <a:ext cx="0" cy="0"/>
          <a:chOff x="0" y="0"/>
          <a:chExt cx="0" cy="0"/>
        </a:xfrm>
      </p:grpSpPr>
      <p:sp>
        <p:nvSpPr>
          <p:cNvPr id="41" name="Google Shape;41;p6"/>
          <p:cNvSpPr txBox="1"/>
          <p:nvPr>
            <p:ph idx="11" type="ftr"/>
          </p:nvPr>
        </p:nvSpPr>
        <p:spPr>
          <a:xfrm>
            <a:off x="1169895" y="6407121"/>
            <a:ext cx="4497480"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6"/>
          <p:cNvSpPr txBox="1"/>
          <p:nvPr>
            <p:ph idx="10" type="dt"/>
          </p:nvPr>
        </p:nvSpPr>
        <p:spPr>
          <a:xfrm>
            <a:off x="8610600" y="6407121"/>
            <a:ext cx="2743200" cy="365125"/>
          </a:xfrm>
          <a:prstGeom prst="rect">
            <a:avLst/>
          </a:prstGeom>
          <a:noFill/>
          <a:ln>
            <a:noFill/>
          </a:ln>
        </p:spPr>
        <p:txBody>
          <a:bodyPr anchorCtr="0" anchor="ctr" bIns="45700" lIns="0" spcFirstLastPara="1" rIns="0" wrap="square" tIns="45700">
            <a:noAutofit/>
          </a:bodyPr>
          <a:lstStyle>
            <a:lvl1pPr lvl="0" marR="0" rtl="0" algn="r">
              <a:spcBef>
                <a:spcPts val="0"/>
              </a:spcBef>
              <a:spcAft>
                <a:spcPts val="0"/>
              </a:spcAft>
              <a:buSzPts val="1400"/>
              <a:buNone/>
              <a:defRPr b="0" i="0" sz="1400" u="none" cap="none" strike="noStrike">
                <a:solidFill>
                  <a:srgbClr val="00B1D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6"/>
          <p:cNvSpPr txBox="1"/>
          <p:nvPr>
            <p:ph idx="1" type="body"/>
          </p:nvPr>
        </p:nvSpPr>
        <p:spPr>
          <a:xfrm>
            <a:off x="838200" y="1825625"/>
            <a:ext cx="5181600" cy="4351338"/>
          </a:xfrm>
          <a:prstGeom prst="rect">
            <a:avLst/>
          </a:prstGeom>
          <a:noFill/>
          <a:ln>
            <a:noFill/>
          </a:ln>
        </p:spPr>
        <p:txBody>
          <a:bodyPr anchorCtr="0" anchor="t" bIns="45700" lIns="0" spcFirstLastPara="1" rIns="91425" wrap="square" tIns="45700">
            <a:noAutofit/>
          </a:bodyPr>
          <a:lstStyle>
            <a:lvl1pPr indent="-406400" lvl="0" marL="457200" marR="0" rtl="0" algn="l">
              <a:lnSpc>
                <a:spcPct val="90000"/>
              </a:lnSpc>
              <a:spcBef>
                <a:spcPts val="1000"/>
              </a:spcBef>
              <a:spcAft>
                <a:spcPts val="0"/>
              </a:spcAft>
              <a:buClr>
                <a:srgbClr val="5A5A5A"/>
              </a:buClr>
              <a:buSzPts val="2800"/>
              <a:buFont typeface="Arial"/>
              <a:buChar char="•"/>
              <a:defRPr sz="2800">
                <a:solidFill>
                  <a:srgbClr val="5A5A5A"/>
                </a:solidFill>
                <a:latin typeface="Calibri"/>
                <a:ea typeface="Calibri"/>
                <a:cs typeface="Calibri"/>
                <a:sym typeface="Calibri"/>
              </a:defRPr>
            </a:lvl1pPr>
            <a:lvl2pPr indent="-381000" lvl="1" marL="9144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2pPr>
            <a:lvl3pPr indent="-355600" lvl="2" marL="1371600" marR="0" rtl="0" algn="l">
              <a:lnSpc>
                <a:spcPct val="90000"/>
              </a:lnSpc>
              <a:spcBef>
                <a:spcPts val="500"/>
              </a:spcBef>
              <a:spcAft>
                <a:spcPts val="0"/>
              </a:spcAft>
              <a:buClr>
                <a:srgbClr val="5A5A5A"/>
              </a:buClr>
              <a:buSzPts val="2000"/>
              <a:buFont typeface="Arial"/>
              <a:buChar char="•"/>
              <a:defRPr b="0" i="0" sz="2000" u="none" cap="none" strike="noStrike">
                <a:solidFill>
                  <a:srgbClr val="5A5A5A"/>
                </a:solidFill>
                <a:latin typeface="Calibri"/>
                <a:ea typeface="Calibri"/>
                <a:cs typeface="Calibri"/>
                <a:sym typeface="Calibri"/>
              </a:defRPr>
            </a:lvl3pPr>
            <a:lvl4pPr indent="-381000" lvl="3" marL="18288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4pPr>
            <a:lvl5pPr indent="-381000" lvl="4" marL="2286000" marR="0" rtl="0" algn="l">
              <a:lnSpc>
                <a:spcPct val="90000"/>
              </a:lnSpc>
              <a:spcBef>
                <a:spcPts val="500"/>
              </a:spcBef>
              <a:spcAft>
                <a:spcPts val="0"/>
              </a:spcAft>
              <a:buClr>
                <a:srgbClr val="5A5A5A"/>
              </a:buClr>
              <a:buSzPts val="2400"/>
              <a:buFont typeface="Arial"/>
              <a:buChar char="•"/>
              <a:defRPr b="0" i="0" sz="2400" u="none" cap="none" strike="noStrike">
                <a:solidFill>
                  <a:srgbClr val="5A5A5A"/>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type="title"/>
          </p:nvPr>
        </p:nvSpPr>
        <p:spPr>
          <a:xfrm>
            <a:off x="838200" y="900953"/>
            <a:ext cx="8915400" cy="830543"/>
          </a:xfrm>
          <a:prstGeom prst="rect">
            <a:avLst/>
          </a:prstGeom>
          <a:noFill/>
          <a:ln>
            <a:noFill/>
          </a:ln>
        </p:spPr>
        <p:txBody>
          <a:bodyPr anchorCtr="0" anchor="b" bIns="90000" lIns="0" spcFirstLastPara="1" rIns="0" wrap="square" tIns="0">
            <a:noAutofit/>
          </a:bodyPr>
          <a:lstStyle>
            <a:lvl1pPr lvl="0" marR="0" rtl="0" algn="l">
              <a:lnSpc>
                <a:spcPct val="90000"/>
              </a:lnSpc>
              <a:spcBef>
                <a:spcPts val="0"/>
              </a:spcBef>
              <a:spcAft>
                <a:spcPts val="0"/>
              </a:spcAft>
              <a:buClr>
                <a:srgbClr val="5A5A5A"/>
              </a:buClr>
              <a:buSzPts val="3600"/>
              <a:buFont typeface="Calibri"/>
              <a:buNone/>
              <a:defRPr b="1" i="0" sz="3600" u="none" cap="none" strike="noStrike">
                <a:solidFill>
                  <a:srgbClr val="5A5A5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 name="Google Shape;45;p6"/>
          <p:cNvSpPr/>
          <p:nvPr>
            <p:ph idx="2" type="pic"/>
          </p:nvPr>
        </p:nvSpPr>
        <p:spPr>
          <a:xfrm>
            <a:off x="6145307" y="1825626"/>
            <a:ext cx="5208494" cy="3473454"/>
          </a:xfrm>
          <a:prstGeom prst="rect">
            <a:avLst/>
          </a:prstGeom>
          <a:noFill/>
          <a:ln>
            <a:noFill/>
          </a:ln>
        </p:spPr>
      </p:sp>
      <p:sp>
        <p:nvSpPr>
          <p:cNvPr id="46" name="Google Shape;46;p6"/>
          <p:cNvSpPr txBox="1"/>
          <p:nvPr>
            <p:ph idx="3" type="body"/>
          </p:nvPr>
        </p:nvSpPr>
        <p:spPr>
          <a:xfrm>
            <a:off x="6145307" y="5393210"/>
            <a:ext cx="5208493" cy="7837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sz="1800">
                <a:solidFill>
                  <a:srgbClr val="5A5A5A"/>
                </a:solidFill>
                <a:latin typeface="Calibri"/>
                <a:ea typeface="Calibri"/>
                <a:cs typeface="Calibri"/>
                <a:sym typeface="Calibri"/>
              </a:defRPr>
            </a:lvl1pPr>
            <a:lvl2pPr indent="-228600" lvl="1" marL="914400" marR="0" rtl="0" algn="l">
              <a:lnSpc>
                <a:spcPct val="90000"/>
              </a:lnSpc>
              <a:spcBef>
                <a:spcPts val="500"/>
              </a:spcBef>
              <a:spcAft>
                <a:spcPts val="0"/>
              </a:spcAft>
              <a:buClr>
                <a:srgbClr val="5A5A5A"/>
              </a:buClr>
              <a:buSzPts val="1800"/>
              <a:buFont typeface="Arial"/>
              <a:buNone/>
              <a:defRPr b="0" i="0" sz="1800" u="none" cap="none" strike="noStrike">
                <a:solidFill>
                  <a:srgbClr val="5A5A5A"/>
                </a:solidFill>
                <a:latin typeface="Arial"/>
                <a:ea typeface="Arial"/>
                <a:cs typeface="Arial"/>
                <a:sym typeface="Arial"/>
              </a:defRPr>
            </a:lvl2pPr>
            <a:lvl3pPr indent="-228600" lvl="2" marL="1371600" marR="0" rtl="0" algn="l">
              <a:lnSpc>
                <a:spcPct val="90000"/>
              </a:lnSpc>
              <a:spcBef>
                <a:spcPts val="500"/>
              </a:spcBef>
              <a:spcAft>
                <a:spcPts val="0"/>
              </a:spcAft>
              <a:buClr>
                <a:srgbClr val="5A5A5A"/>
              </a:buClr>
              <a:buSzPts val="1800"/>
              <a:buFont typeface="Arial"/>
              <a:buNone/>
              <a:defRPr b="0" i="0" sz="1800" u="none" cap="none" strike="noStrike">
                <a:solidFill>
                  <a:srgbClr val="5A5A5A"/>
                </a:solidFill>
                <a:latin typeface="Arial"/>
                <a:ea typeface="Arial"/>
                <a:cs typeface="Arial"/>
                <a:sym typeface="Arial"/>
              </a:defRPr>
            </a:lvl3pPr>
            <a:lvl4pPr indent="-228600" lvl="3" marL="1828800" marR="0" rtl="0" algn="l">
              <a:lnSpc>
                <a:spcPct val="90000"/>
              </a:lnSpc>
              <a:spcBef>
                <a:spcPts val="500"/>
              </a:spcBef>
              <a:spcAft>
                <a:spcPts val="0"/>
              </a:spcAft>
              <a:buClr>
                <a:srgbClr val="5A5A5A"/>
              </a:buClr>
              <a:buSzPts val="1800"/>
              <a:buFont typeface="Arial"/>
              <a:buNone/>
              <a:defRPr b="0" i="0" sz="1800" u="none" cap="none" strike="noStrike">
                <a:solidFill>
                  <a:srgbClr val="5A5A5A"/>
                </a:solidFill>
                <a:latin typeface="Arial"/>
                <a:ea typeface="Arial"/>
                <a:cs typeface="Arial"/>
                <a:sym typeface="Arial"/>
              </a:defRPr>
            </a:lvl4pPr>
            <a:lvl5pPr indent="-228600" lvl="4" marL="2286000" marR="0" rtl="0" algn="l">
              <a:lnSpc>
                <a:spcPct val="90000"/>
              </a:lnSpc>
              <a:spcBef>
                <a:spcPts val="500"/>
              </a:spcBef>
              <a:spcAft>
                <a:spcPts val="0"/>
              </a:spcAft>
              <a:buClr>
                <a:srgbClr val="5A5A5A"/>
              </a:buClr>
              <a:buSzPts val="1800"/>
              <a:buFont typeface="Arial"/>
              <a:buNone/>
              <a:defRPr b="0" i="0" sz="1800" u="none" cap="none" strike="noStrike">
                <a:solidFill>
                  <a:srgbClr val="5A5A5A"/>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4" type="body"/>
          </p:nvPr>
        </p:nvSpPr>
        <p:spPr>
          <a:xfrm>
            <a:off x="838200" y="156386"/>
            <a:ext cx="8915400" cy="427038"/>
          </a:xfrm>
          <a:prstGeom prst="rect">
            <a:avLst/>
          </a:prstGeom>
          <a:noFill/>
          <a:ln>
            <a:noFill/>
          </a:ln>
        </p:spPr>
        <p:txBody>
          <a:bodyPr anchorCtr="0" anchor="b" bIns="0" lIns="0" spcFirstLastPara="1" rIns="0" wrap="square" tIns="0">
            <a:noAutofit/>
          </a:bodyPr>
          <a:lstStyle>
            <a:lvl1pPr indent="-228600" lvl="0" marL="457200" marR="0" rtl="0" algn="l">
              <a:lnSpc>
                <a:spcPct val="90000"/>
              </a:lnSpc>
              <a:spcBef>
                <a:spcPts val="1000"/>
              </a:spcBef>
              <a:spcAft>
                <a:spcPts val="0"/>
              </a:spcAft>
              <a:buClr>
                <a:schemeClr val="lt1"/>
              </a:buClr>
              <a:buSzPts val="2400"/>
              <a:buFont typeface="Arial"/>
              <a:buNone/>
              <a:defRPr b="1" sz="2400">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5A5A5A"/>
                </a:solidFill>
                <a:latin typeface="Calibri"/>
                <a:ea typeface="Calibri"/>
                <a:cs typeface="Calibri"/>
                <a:sym typeface="Calibri"/>
              </a:defRPr>
            </a:lvl1pPr>
            <a:lvl2pPr lvl="1">
              <a:buNone/>
              <a:defRPr>
                <a:solidFill>
                  <a:srgbClr val="5A5A5A"/>
                </a:solidFill>
                <a:latin typeface="Calibri"/>
                <a:ea typeface="Calibri"/>
                <a:cs typeface="Calibri"/>
                <a:sym typeface="Calibri"/>
              </a:defRPr>
            </a:lvl2pPr>
            <a:lvl3pPr lvl="2">
              <a:buNone/>
              <a:defRPr>
                <a:solidFill>
                  <a:srgbClr val="5A5A5A"/>
                </a:solidFill>
                <a:latin typeface="Calibri"/>
                <a:ea typeface="Calibri"/>
                <a:cs typeface="Calibri"/>
                <a:sym typeface="Calibri"/>
              </a:defRPr>
            </a:lvl3pPr>
            <a:lvl4pPr lvl="3">
              <a:buNone/>
              <a:defRPr>
                <a:solidFill>
                  <a:srgbClr val="5A5A5A"/>
                </a:solidFill>
                <a:latin typeface="Calibri"/>
                <a:ea typeface="Calibri"/>
                <a:cs typeface="Calibri"/>
                <a:sym typeface="Calibri"/>
              </a:defRPr>
            </a:lvl4pPr>
            <a:lvl5pPr lvl="4">
              <a:buNone/>
              <a:defRPr>
                <a:solidFill>
                  <a:srgbClr val="5A5A5A"/>
                </a:solidFill>
                <a:latin typeface="Calibri"/>
                <a:ea typeface="Calibri"/>
                <a:cs typeface="Calibri"/>
                <a:sym typeface="Calibri"/>
              </a:defRPr>
            </a:lvl5pPr>
            <a:lvl6pPr lvl="5">
              <a:buNone/>
              <a:defRPr>
                <a:solidFill>
                  <a:srgbClr val="5A5A5A"/>
                </a:solidFill>
                <a:latin typeface="Calibri"/>
                <a:ea typeface="Calibri"/>
                <a:cs typeface="Calibri"/>
                <a:sym typeface="Calibri"/>
              </a:defRPr>
            </a:lvl6pPr>
            <a:lvl7pPr lvl="6">
              <a:buNone/>
              <a:defRPr>
                <a:solidFill>
                  <a:srgbClr val="5A5A5A"/>
                </a:solidFill>
                <a:latin typeface="Calibri"/>
                <a:ea typeface="Calibri"/>
                <a:cs typeface="Calibri"/>
                <a:sym typeface="Calibri"/>
              </a:defRPr>
            </a:lvl7pPr>
            <a:lvl8pPr lvl="7">
              <a:buNone/>
              <a:defRPr>
                <a:solidFill>
                  <a:srgbClr val="5A5A5A"/>
                </a:solidFill>
                <a:latin typeface="Calibri"/>
                <a:ea typeface="Calibri"/>
                <a:cs typeface="Calibri"/>
                <a:sym typeface="Calibri"/>
              </a:defRPr>
            </a:lvl8pPr>
            <a:lvl9pPr lvl="8">
              <a:buNone/>
              <a:defRPr>
                <a:solidFill>
                  <a:srgbClr val="5A5A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_ohne_Fußzeile">
  <p:cSld name="Inhalt_ohne_Fußzeile">
    <p:spTree>
      <p:nvGrpSpPr>
        <p:cNvPr id="49" name="Shape 49"/>
        <p:cNvGrpSpPr/>
        <p:nvPr/>
      </p:nvGrpSpPr>
      <p:grpSpPr>
        <a:xfrm>
          <a:off x="0" y="0"/>
          <a:ext cx="0" cy="0"/>
          <a:chOff x="0" y="0"/>
          <a:chExt cx="0" cy="0"/>
        </a:xfrm>
      </p:grpSpPr>
      <p:sp>
        <p:nvSpPr>
          <p:cNvPr id="50" name="Google Shape;50;p7"/>
          <p:cNvSpPr txBox="1"/>
          <p:nvPr>
            <p:ph idx="1" type="body"/>
          </p:nvPr>
        </p:nvSpPr>
        <p:spPr>
          <a:xfrm>
            <a:off x="838200" y="156386"/>
            <a:ext cx="8915400" cy="427038"/>
          </a:xfrm>
          <a:prstGeom prst="rect">
            <a:avLst/>
          </a:prstGeom>
          <a:noFill/>
          <a:ln>
            <a:noFill/>
          </a:ln>
        </p:spPr>
        <p:txBody>
          <a:bodyPr anchorCtr="0" anchor="b" bIns="0" lIns="0" spcFirstLastPara="1" rIns="0" wrap="square" tIns="0">
            <a:noAutofit/>
          </a:bodyPr>
          <a:lstStyle>
            <a:lvl1pPr indent="-228600" lvl="0" marL="457200" marR="0" rtl="0" algn="l">
              <a:lnSpc>
                <a:spcPct val="90000"/>
              </a:lnSpc>
              <a:spcBef>
                <a:spcPts val="1000"/>
              </a:spcBef>
              <a:spcAft>
                <a:spcPts val="0"/>
              </a:spcAft>
              <a:buClr>
                <a:schemeClr val="lt1"/>
              </a:buClr>
              <a:buSzPts val="2400"/>
              <a:buFont typeface="Arial"/>
              <a:buNone/>
              <a:defRPr b="1" sz="2400">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chemeClr val="lt1"/>
                </a:solidFill>
                <a:latin typeface="Calibri"/>
                <a:ea typeface="Calibri"/>
                <a:cs typeface="Calibri"/>
                <a:sym typeface="Calibri"/>
              </a:defRPr>
            </a:lvl1pPr>
            <a:lvl2pPr lvl="1">
              <a:buNone/>
              <a:defRPr>
                <a:solidFill>
                  <a:schemeClr val="lt1"/>
                </a:solidFill>
                <a:latin typeface="Calibri"/>
                <a:ea typeface="Calibri"/>
                <a:cs typeface="Calibri"/>
                <a:sym typeface="Calibri"/>
              </a:defRPr>
            </a:lvl2pPr>
            <a:lvl3pPr lvl="2">
              <a:buNone/>
              <a:defRPr>
                <a:solidFill>
                  <a:schemeClr val="lt1"/>
                </a:solidFill>
                <a:latin typeface="Calibri"/>
                <a:ea typeface="Calibri"/>
                <a:cs typeface="Calibri"/>
                <a:sym typeface="Calibri"/>
              </a:defRPr>
            </a:lvl3pPr>
            <a:lvl4pPr lvl="3">
              <a:buNone/>
              <a:defRPr>
                <a:solidFill>
                  <a:schemeClr val="lt1"/>
                </a:solidFill>
                <a:latin typeface="Calibri"/>
                <a:ea typeface="Calibri"/>
                <a:cs typeface="Calibri"/>
                <a:sym typeface="Calibri"/>
              </a:defRPr>
            </a:lvl4pPr>
            <a:lvl5pPr lvl="4">
              <a:buNone/>
              <a:defRPr>
                <a:solidFill>
                  <a:schemeClr val="lt1"/>
                </a:solidFill>
                <a:latin typeface="Calibri"/>
                <a:ea typeface="Calibri"/>
                <a:cs typeface="Calibri"/>
                <a:sym typeface="Calibri"/>
              </a:defRPr>
            </a:lvl5pPr>
            <a:lvl6pPr lvl="5">
              <a:buNone/>
              <a:defRPr>
                <a:solidFill>
                  <a:schemeClr val="lt1"/>
                </a:solidFill>
                <a:latin typeface="Calibri"/>
                <a:ea typeface="Calibri"/>
                <a:cs typeface="Calibri"/>
                <a:sym typeface="Calibri"/>
              </a:defRPr>
            </a:lvl6pPr>
            <a:lvl7pPr lvl="6">
              <a:buNone/>
              <a:defRPr>
                <a:solidFill>
                  <a:schemeClr val="lt1"/>
                </a:solidFill>
                <a:latin typeface="Calibri"/>
                <a:ea typeface="Calibri"/>
                <a:cs typeface="Calibri"/>
                <a:sym typeface="Calibri"/>
              </a:defRPr>
            </a:lvl7pPr>
            <a:lvl8pPr lvl="7">
              <a:buNone/>
              <a:defRPr>
                <a:solidFill>
                  <a:schemeClr val="lt1"/>
                </a:solidFill>
                <a:latin typeface="Calibri"/>
                <a:ea typeface="Calibri"/>
                <a:cs typeface="Calibri"/>
                <a:sym typeface="Calibri"/>
              </a:defRPr>
            </a:lvl8pPr>
            <a:lvl9pPr lvl="8">
              <a:buNone/>
              <a:defRPr>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_ohne_Logo_und_Fußzeile">
  <p:cSld name="Inhalt_ohne_Logo_und_Fußzeile">
    <p:spTree>
      <p:nvGrpSpPr>
        <p:cNvPr id="52" name="Shape 52"/>
        <p:cNvGrpSpPr/>
        <p:nvPr/>
      </p:nvGrpSpPr>
      <p:grpSpPr>
        <a:xfrm>
          <a:off x="0" y="0"/>
          <a:ext cx="0" cy="0"/>
          <a:chOff x="0" y="0"/>
          <a:chExt cx="0" cy="0"/>
        </a:xfrm>
      </p:grpSpPr>
      <p:sp>
        <p:nvSpPr>
          <p:cNvPr id="53" name="Google Shape;53;p8"/>
          <p:cNvSpPr/>
          <p:nvPr/>
        </p:nvSpPr>
        <p:spPr>
          <a:xfrm>
            <a:off x="171450" y="6076950"/>
            <a:ext cx="1257300" cy="781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 name="Google Shape;54;p8"/>
          <p:cNvSpPr txBox="1"/>
          <p:nvPr>
            <p:ph idx="1" type="body"/>
          </p:nvPr>
        </p:nvSpPr>
        <p:spPr>
          <a:xfrm>
            <a:off x="838200" y="156386"/>
            <a:ext cx="8915400" cy="427038"/>
          </a:xfrm>
          <a:prstGeom prst="rect">
            <a:avLst/>
          </a:prstGeom>
          <a:noFill/>
          <a:ln>
            <a:noFill/>
          </a:ln>
        </p:spPr>
        <p:txBody>
          <a:bodyPr anchorCtr="0" anchor="b" bIns="0" lIns="0" spcFirstLastPara="1" rIns="0" wrap="square" tIns="0">
            <a:noAutofit/>
          </a:bodyPr>
          <a:lstStyle>
            <a:lvl1pPr indent="-228600" lvl="0" marL="457200" marR="0" rtl="0" algn="l">
              <a:lnSpc>
                <a:spcPct val="90000"/>
              </a:lnSpc>
              <a:spcBef>
                <a:spcPts val="1000"/>
              </a:spcBef>
              <a:spcAft>
                <a:spcPts val="0"/>
              </a:spcAft>
              <a:buClr>
                <a:schemeClr val="lt1"/>
              </a:buClr>
              <a:buSzPts val="2400"/>
              <a:buFont typeface="Arial"/>
              <a:buNone/>
              <a:defRPr b="1" sz="2400">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chemeClr val="lt1"/>
                </a:solidFill>
                <a:latin typeface="Calibri"/>
                <a:ea typeface="Calibri"/>
                <a:cs typeface="Calibri"/>
                <a:sym typeface="Calibri"/>
              </a:defRPr>
            </a:lvl1pPr>
            <a:lvl2pPr lvl="1">
              <a:buNone/>
              <a:defRPr>
                <a:solidFill>
                  <a:schemeClr val="lt1"/>
                </a:solidFill>
                <a:latin typeface="Calibri"/>
                <a:ea typeface="Calibri"/>
                <a:cs typeface="Calibri"/>
                <a:sym typeface="Calibri"/>
              </a:defRPr>
            </a:lvl2pPr>
            <a:lvl3pPr lvl="2">
              <a:buNone/>
              <a:defRPr>
                <a:solidFill>
                  <a:schemeClr val="lt1"/>
                </a:solidFill>
                <a:latin typeface="Calibri"/>
                <a:ea typeface="Calibri"/>
                <a:cs typeface="Calibri"/>
                <a:sym typeface="Calibri"/>
              </a:defRPr>
            </a:lvl3pPr>
            <a:lvl4pPr lvl="3">
              <a:buNone/>
              <a:defRPr>
                <a:solidFill>
                  <a:schemeClr val="lt1"/>
                </a:solidFill>
                <a:latin typeface="Calibri"/>
                <a:ea typeface="Calibri"/>
                <a:cs typeface="Calibri"/>
                <a:sym typeface="Calibri"/>
              </a:defRPr>
            </a:lvl4pPr>
            <a:lvl5pPr lvl="4">
              <a:buNone/>
              <a:defRPr>
                <a:solidFill>
                  <a:schemeClr val="lt1"/>
                </a:solidFill>
                <a:latin typeface="Calibri"/>
                <a:ea typeface="Calibri"/>
                <a:cs typeface="Calibri"/>
                <a:sym typeface="Calibri"/>
              </a:defRPr>
            </a:lvl5pPr>
            <a:lvl6pPr lvl="5">
              <a:buNone/>
              <a:defRPr>
                <a:solidFill>
                  <a:schemeClr val="lt1"/>
                </a:solidFill>
                <a:latin typeface="Calibri"/>
                <a:ea typeface="Calibri"/>
                <a:cs typeface="Calibri"/>
                <a:sym typeface="Calibri"/>
              </a:defRPr>
            </a:lvl6pPr>
            <a:lvl7pPr lvl="6">
              <a:buNone/>
              <a:defRPr>
                <a:solidFill>
                  <a:schemeClr val="lt1"/>
                </a:solidFill>
                <a:latin typeface="Calibri"/>
                <a:ea typeface="Calibri"/>
                <a:cs typeface="Calibri"/>
                <a:sym typeface="Calibri"/>
              </a:defRPr>
            </a:lvl7pPr>
            <a:lvl8pPr lvl="7">
              <a:buNone/>
              <a:defRPr>
                <a:solidFill>
                  <a:schemeClr val="lt1"/>
                </a:solidFill>
                <a:latin typeface="Calibri"/>
                <a:ea typeface="Calibri"/>
                <a:cs typeface="Calibri"/>
                <a:sym typeface="Calibri"/>
              </a:defRPr>
            </a:lvl8pPr>
            <a:lvl9pPr lvl="8">
              <a:buNone/>
              <a:defRPr>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p:spTree>
      <p:nvGrpSpPr>
        <p:cNvPr id="56" name="Shape 56"/>
        <p:cNvGrpSpPr/>
        <p:nvPr/>
      </p:nvGrpSpPr>
      <p:grpSpPr>
        <a:xfrm>
          <a:off x="0" y="0"/>
          <a:ext cx="0" cy="0"/>
          <a:chOff x="0" y="0"/>
          <a:chExt cx="0" cy="0"/>
        </a:xfrm>
      </p:grpSpPr>
      <p:sp>
        <p:nvSpPr>
          <p:cNvPr id="57" name="Google Shape;57;p9"/>
          <p:cNvSpPr/>
          <p:nvPr/>
        </p:nvSpPr>
        <p:spPr>
          <a:xfrm>
            <a:off x="171450" y="6076950"/>
            <a:ext cx="1257300" cy="781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 name="Google Shape;58;p9"/>
          <p:cNvSpPr txBox="1"/>
          <p:nvPr/>
        </p:nvSpPr>
        <p:spPr>
          <a:xfrm>
            <a:off x="838199" y="104775"/>
            <a:ext cx="8153400" cy="473899"/>
          </a:xfrm>
          <a:prstGeom prst="rect">
            <a:avLst/>
          </a:prstGeom>
          <a:noFill/>
          <a:ln>
            <a:noFill/>
          </a:ln>
        </p:spPr>
        <p:txBody>
          <a:bodyPr anchorCtr="0" anchor="b" bIns="0" lIns="0" spcFirstLastPara="1" rIns="0" wrap="square" tIns="0">
            <a:normAutofit/>
          </a:bodyPr>
          <a:lstStyle/>
          <a:p>
            <a:pPr indent="0" lvl="0" marL="0" marR="0" rtl="0" algn="l">
              <a:lnSpc>
                <a:spcPct val="90000"/>
              </a:lnSpc>
              <a:spcBef>
                <a:spcPts val="0"/>
              </a:spcBef>
              <a:spcAft>
                <a:spcPts val="0"/>
              </a:spcAft>
              <a:buClr>
                <a:schemeClr val="lt1"/>
              </a:buClr>
              <a:buSzPts val="2400"/>
              <a:buFont typeface="Arial"/>
              <a:buNone/>
            </a:pPr>
            <a:r>
              <a:rPr b="0" i="0" lang="de-DE" sz="2400" u="none" cap="none" strike="noStrike">
                <a:solidFill>
                  <a:schemeClr val="lt1"/>
                </a:solidFill>
                <a:latin typeface="Arial"/>
                <a:ea typeface="Arial"/>
                <a:cs typeface="Arial"/>
                <a:sym typeface="Arial"/>
              </a:rPr>
              <a:t>Titelmasterformat durch Klicken bearbeiten</a:t>
            </a:r>
            <a:endParaRPr/>
          </a:p>
        </p:txBody>
      </p:sp>
      <p:sp>
        <p:nvSpPr>
          <p:cNvPr id="59" name="Google Shape;59;p9"/>
          <p:cNvSpPr/>
          <p:nvPr/>
        </p:nvSpPr>
        <p:spPr>
          <a:xfrm>
            <a:off x="0" y="-48801"/>
            <a:ext cx="12192000" cy="781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 name="Google Shape;60;p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4.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8.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85911" l="0" r="0" t="4061"/>
          <a:stretch/>
        </p:blipFill>
        <p:spPr>
          <a:xfrm>
            <a:off x="0" y="-24384"/>
            <a:ext cx="12192000" cy="719328"/>
          </a:xfrm>
          <a:prstGeom prst="rect">
            <a:avLst/>
          </a:prstGeom>
          <a:noFill/>
          <a:ln>
            <a:noFill/>
          </a:ln>
        </p:spPr>
      </p:pic>
      <p:pic>
        <p:nvPicPr>
          <p:cNvPr id="11" name="Google Shape;11;p1"/>
          <p:cNvPicPr preferRelativeResize="0"/>
          <p:nvPr/>
        </p:nvPicPr>
        <p:blipFill rotWithShape="1">
          <a:blip r:embed="rId2">
            <a:alphaModFix/>
          </a:blip>
          <a:srcRect b="0" l="0" r="0" t="0"/>
          <a:stretch/>
        </p:blipFill>
        <p:spPr>
          <a:xfrm>
            <a:off x="208789" y="6176962"/>
            <a:ext cx="903733" cy="708705"/>
          </a:xfrm>
          <a:prstGeom prst="rect">
            <a:avLst/>
          </a:prstGeom>
          <a:noFill/>
          <a:ln>
            <a:noFill/>
          </a:ln>
        </p:spPr>
      </p:pic>
      <p:sp>
        <p:nvSpPr>
          <p:cNvPr id="12" name="Google Shape;12;p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de-DE"/>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11" Type="http://schemas.openxmlformats.org/officeDocument/2006/relationships/slide" Target="/ppt/slides/slide21.xml"/><Relationship Id="rId10" Type="http://schemas.openxmlformats.org/officeDocument/2006/relationships/slide" Target="/ppt/slides/slide19.xml"/><Relationship Id="rId12" Type="http://schemas.openxmlformats.org/officeDocument/2006/relationships/slide" Target="/ppt/slides/slide25.xml"/><Relationship Id="rId9" Type="http://schemas.openxmlformats.org/officeDocument/2006/relationships/slide" Target="/ppt/slides/slide12.xml"/><Relationship Id="rId5" Type="http://schemas.openxmlformats.org/officeDocument/2006/relationships/slide" Target="/ppt/slides/slide8.xml"/><Relationship Id="rId6" Type="http://schemas.openxmlformats.org/officeDocument/2006/relationships/slide" Target="/ppt/slides/slide9.xml"/><Relationship Id="rId7" Type="http://schemas.openxmlformats.org/officeDocument/2006/relationships/slide" Target="/ppt/slides/slide10.xml"/><Relationship Id="rId8" Type="http://schemas.openxmlformats.org/officeDocument/2006/relationships/slide" Target="/ppt/slid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0"/>
          <p:cNvSpPr txBox="1"/>
          <p:nvPr>
            <p:ph type="title"/>
          </p:nvPr>
        </p:nvSpPr>
        <p:spPr>
          <a:xfrm>
            <a:off x="756000" y="1557925"/>
            <a:ext cx="7444500" cy="21654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lt1"/>
              </a:buClr>
              <a:buSzPts val="3600"/>
              <a:buFont typeface="Calibri"/>
              <a:buNone/>
            </a:pPr>
            <a:r>
              <a:rPr lang="de-DE"/>
              <a:t>Interpretation and interpolation of pixel values - </a:t>
            </a:r>
            <a:r>
              <a:rPr lang="de-DE"/>
              <a:t>Improvement</a:t>
            </a:r>
            <a:r>
              <a:rPr lang="de-DE"/>
              <a:t> of image scaling methods</a:t>
            </a:r>
            <a:endParaRPr/>
          </a:p>
        </p:txBody>
      </p:sp>
      <p:sp>
        <p:nvSpPr>
          <p:cNvPr id="66" name="Google Shape;66;p10"/>
          <p:cNvSpPr txBox="1"/>
          <p:nvPr>
            <p:ph idx="1" type="body"/>
          </p:nvPr>
        </p:nvSpPr>
        <p:spPr>
          <a:xfrm>
            <a:off x="474175" y="3594150"/>
            <a:ext cx="8915400" cy="2443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lt1"/>
              </a:buClr>
              <a:buSzPts val="2800"/>
              <a:buNone/>
            </a:pPr>
            <a:r>
              <a:rPr lang="de-DE"/>
              <a:t>Presented by: Mihir Patil</a:t>
            </a:r>
            <a:endParaRPr/>
          </a:p>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0"/>
              </a:spcBef>
              <a:spcAft>
                <a:spcPts val="0"/>
              </a:spcAft>
              <a:buClr>
                <a:schemeClr val="lt1"/>
              </a:buClr>
              <a:buSzPts val="2800"/>
              <a:buNone/>
            </a:pPr>
            <a:r>
              <a:rPr lang="de-DE"/>
              <a:t>Under Guidance of : </a:t>
            </a:r>
            <a:endParaRPr/>
          </a:p>
          <a:p>
            <a:pPr indent="-50800" lvl="0" marL="228600" rtl="0" algn="l">
              <a:lnSpc>
                <a:spcPct val="90000"/>
              </a:lnSpc>
              <a:spcBef>
                <a:spcPts val="0"/>
              </a:spcBef>
              <a:spcAft>
                <a:spcPts val="0"/>
              </a:spcAft>
              <a:buClr>
                <a:schemeClr val="lt1"/>
              </a:buClr>
              <a:buSzPts val="2800"/>
              <a:buNone/>
            </a:pPr>
            <a:r>
              <a:rPr lang="de-DE"/>
              <a:t>1st Professor - Prof. Dr. rer. nat. Herbert Litschke</a:t>
            </a:r>
            <a:endParaRPr/>
          </a:p>
          <a:p>
            <a:pPr indent="-50800" lvl="0" marL="228600" rtl="0" algn="l">
              <a:lnSpc>
                <a:spcPct val="90000"/>
              </a:lnSpc>
              <a:spcBef>
                <a:spcPts val="0"/>
              </a:spcBef>
              <a:spcAft>
                <a:spcPts val="0"/>
              </a:spcAft>
              <a:buClr>
                <a:schemeClr val="lt1"/>
              </a:buClr>
              <a:buSzPts val="2800"/>
              <a:buNone/>
            </a:pPr>
            <a:r>
              <a:rPr lang="de-DE"/>
              <a:t>2nd Professor - Prof. Dr.-Ing. Frank Krüger </a:t>
            </a:r>
            <a:endParaRPr/>
          </a:p>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0"/>
              </a:spcBef>
              <a:spcAft>
                <a:spcPts val="0"/>
              </a:spcAft>
              <a:buClr>
                <a:schemeClr val="lt1"/>
              </a:buClr>
              <a:buSzPts val="2800"/>
              <a:buNone/>
            </a:pPr>
            <a:r>
              <a:rPr lang="de-DE"/>
              <a:t>Presented on: 26/01/2024</a:t>
            </a:r>
            <a:endParaRPr/>
          </a:p>
        </p:txBody>
      </p:sp>
      <p:sp>
        <p:nvSpPr>
          <p:cNvPr id="67" name="Google Shape;67;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1"/>
          <p:cNvSpPr txBox="1"/>
          <p:nvPr>
            <p:ph type="title"/>
          </p:nvPr>
        </p:nvSpPr>
        <p:spPr>
          <a:xfrm>
            <a:off x="923650" y="382100"/>
            <a:ext cx="10107000" cy="707400"/>
          </a:xfrm>
          <a:prstGeom prst="rect">
            <a:avLst/>
          </a:prstGeom>
          <a:noFill/>
          <a:ln>
            <a:noFill/>
          </a:ln>
        </p:spPr>
        <p:txBody>
          <a:bodyPr anchorCtr="0" anchor="t" bIns="45700" lIns="0" spcFirstLastPara="1" rIns="0" wrap="square" tIns="45700">
            <a:noAutofit/>
          </a:bodyPr>
          <a:lstStyle/>
          <a:p>
            <a:pPr indent="0" lvl="0" marL="0" rtl="0" algn="ctr">
              <a:lnSpc>
                <a:spcPct val="90000"/>
              </a:lnSpc>
              <a:spcBef>
                <a:spcPts val="0"/>
              </a:spcBef>
              <a:spcAft>
                <a:spcPts val="0"/>
              </a:spcAft>
              <a:buClr>
                <a:schemeClr val="lt1"/>
              </a:buClr>
              <a:buSzPts val="3600"/>
              <a:buFont typeface="Calibri"/>
              <a:buNone/>
            </a:pPr>
            <a:r>
              <a:rPr lang="de-DE"/>
              <a:t>Table Of Content</a:t>
            </a:r>
            <a:endParaRPr/>
          </a:p>
        </p:txBody>
      </p:sp>
      <p:sp>
        <p:nvSpPr>
          <p:cNvPr id="73" name="Google Shape;73;p11"/>
          <p:cNvSpPr txBox="1"/>
          <p:nvPr>
            <p:ph idx="1" type="body"/>
          </p:nvPr>
        </p:nvSpPr>
        <p:spPr>
          <a:xfrm>
            <a:off x="838200" y="1148200"/>
            <a:ext cx="8497500" cy="4966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150000"/>
              </a:lnSpc>
              <a:spcBef>
                <a:spcPts val="0"/>
              </a:spcBef>
              <a:spcAft>
                <a:spcPts val="0"/>
              </a:spcAft>
              <a:buClr>
                <a:schemeClr val="lt1"/>
              </a:buClr>
              <a:buSzPts val="2400"/>
              <a:buFont typeface="Arial"/>
              <a:buChar char="●"/>
            </a:pPr>
            <a:r>
              <a:rPr lang="de-DE" sz="2400" u="sng">
                <a:solidFill>
                  <a:schemeClr val="lt1"/>
                </a:solidFill>
                <a:hlinkClick action="ppaction://hlinksldjump" r:id="rId3">
                  <a:extLst>
                    <a:ext uri="{A12FA001-AC4F-418D-AE19-62706E023703}">
                      <ahyp:hlinkClr val="tx"/>
                    </a:ext>
                  </a:extLst>
                </a:hlinkClick>
              </a:rPr>
              <a:t>Introduction</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4">
                  <a:extLst>
                    <a:ext uri="{A12FA001-AC4F-418D-AE19-62706E023703}">
                      <ahyp:hlinkClr val="tx"/>
                    </a:ext>
                  </a:extLst>
                </a:hlinkClick>
              </a:rPr>
              <a:t>Application Of High Resolution Images</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5">
                  <a:extLst>
                    <a:ext uri="{A12FA001-AC4F-418D-AE19-62706E023703}">
                      <ahyp:hlinkClr val="tx"/>
                    </a:ext>
                  </a:extLst>
                </a:hlinkClick>
              </a:rPr>
              <a:t>Aim Of Master’s Thesis</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6">
                  <a:extLst>
                    <a:ext uri="{A12FA001-AC4F-418D-AE19-62706E023703}">
                      <ahyp:hlinkClr val="tx"/>
                    </a:ext>
                  </a:extLst>
                </a:hlinkClick>
              </a:rPr>
              <a:t>Image Scaling and Interpolation</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7">
                  <a:extLst>
                    <a:ext uri="{A12FA001-AC4F-418D-AE19-62706E023703}">
                      <ahyp:hlinkClr val="tx"/>
                    </a:ext>
                  </a:extLst>
                </a:hlinkClick>
              </a:rPr>
              <a:t>Deep Learning</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8">
                  <a:extLst>
                    <a:ext uri="{A12FA001-AC4F-418D-AE19-62706E023703}">
                      <ahyp:hlinkClr val="tx"/>
                    </a:ext>
                  </a:extLst>
                </a:hlinkClick>
              </a:rPr>
              <a:t>Models based on Deep Learning</a:t>
            </a:r>
            <a:endParaRPr sz="2400">
              <a:solidFill>
                <a:schemeClr val="lt1"/>
              </a:solidFill>
            </a:endParaRPr>
          </a:p>
          <a:p>
            <a:pPr indent="-381000" lvl="0" marL="457200" marR="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9">
                  <a:extLst>
                    <a:ext uri="{A12FA001-AC4F-418D-AE19-62706E023703}">
                      <ahyp:hlinkClr val="tx"/>
                    </a:ext>
                  </a:extLst>
                </a:hlinkClick>
              </a:rPr>
              <a:t>Models Implemented</a:t>
            </a:r>
            <a:endParaRPr sz="2400">
              <a:solidFill>
                <a:schemeClr val="lt1"/>
              </a:solidFill>
            </a:endParaRPr>
          </a:p>
          <a:p>
            <a:pPr indent="-381000" lvl="0" marL="45720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10">
                  <a:extLst>
                    <a:ext uri="{A12FA001-AC4F-418D-AE19-62706E023703}">
                      <ahyp:hlinkClr val="tx"/>
                    </a:ext>
                  </a:extLst>
                </a:hlinkClick>
              </a:rPr>
              <a:t>Methods of Evaluation</a:t>
            </a:r>
            <a:endParaRPr sz="2400">
              <a:solidFill>
                <a:schemeClr val="lt1"/>
              </a:solidFill>
            </a:endParaRPr>
          </a:p>
          <a:p>
            <a:pPr indent="-381000" lvl="0" marL="45720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11">
                  <a:extLst>
                    <a:ext uri="{A12FA001-AC4F-418D-AE19-62706E023703}">
                      <ahyp:hlinkClr val="tx"/>
                    </a:ext>
                  </a:extLst>
                </a:hlinkClick>
              </a:rPr>
              <a:t>Evaluation</a:t>
            </a:r>
            <a:endParaRPr sz="2400">
              <a:solidFill>
                <a:schemeClr val="lt1"/>
              </a:solidFill>
            </a:endParaRPr>
          </a:p>
          <a:p>
            <a:pPr indent="-381000" lvl="0" marL="457200" rtl="0" algn="l">
              <a:lnSpc>
                <a:spcPct val="150000"/>
              </a:lnSpc>
              <a:spcBef>
                <a:spcPts val="0"/>
              </a:spcBef>
              <a:spcAft>
                <a:spcPts val="0"/>
              </a:spcAft>
              <a:buClr>
                <a:schemeClr val="lt1"/>
              </a:buClr>
              <a:buSzPts val="2400"/>
              <a:buChar char="●"/>
            </a:pPr>
            <a:r>
              <a:rPr lang="de-DE" sz="2400" u="sng">
                <a:solidFill>
                  <a:schemeClr val="lt1"/>
                </a:solidFill>
                <a:hlinkClick action="ppaction://hlinksldjump" r:id="rId12">
                  <a:extLst>
                    <a:ext uri="{A12FA001-AC4F-418D-AE19-62706E023703}">
                      <ahyp:hlinkClr val="tx"/>
                    </a:ext>
                  </a:extLst>
                </a:hlinkClick>
              </a:rPr>
              <a:t>Conclusion</a:t>
            </a:r>
            <a:endParaRPr sz="2400">
              <a:solidFill>
                <a:schemeClr val="lt1"/>
              </a:solidFill>
            </a:endParaRPr>
          </a:p>
        </p:txBody>
      </p:sp>
      <p:sp>
        <p:nvSpPr>
          <p:cNvPr id="74" name="Google Shape;74;p1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2"/>
          <p:cNvSpPr txBox="1"/>
          <p:nvPr>
            <p:ph idx="1" type="body"/>
          </p:nvPr>
        </p:nvSpPr>
        <p:spPr>
          <a:xfrm>
            <a:off x="50875" y="1493600"/>
            <a:ext cx="11971800" cy="4362300"/>
          </a:xfrm>
          <a:prstGeom prst="rect">
            <a:avLst/>
          </a:prstGeom>
          <a:noFill/>
          <a:ln>
            <a:noFill/>
          </a:ln>
        </p:spPr>
        <p:txBody>
          <a:bodyPr anchorCtr="0" anchor="t" bIns="0" lIns="0" spcFirstLastPara="1" rIns="0" wrap="square" tIns="0">
            <a:noAutofit/>
          </a:bodyPr>
          <a:lstStyle/>
          <a:p>
            <a:pPr indent="-381000" lvl="0" marL="457200" rtl="0" algn="just">
              <a:lnSpc>
                <a:spcPct val="90000"/>
              </a:lnSpc>
              <a:spcBef>
                <a:spcPts val="0"/>
              </a:spcBef>
              <a:spcAft>
                <a:spcPts val="0"/>
              </a:spcAft>
              <a:buSzPts val="2400"/>
              <a:buChar char="●"/>
            </a:pPr>
            <a:r>
              <a:rPr lang="de-DE" sz="2400"/>
              <a:t>Recovering a High-Resolution(High Resolution (HR)) Image from a Low-Resolution Image (Low</a:t>
            </a:r>
            <a:r>
              <a:rPr lang="de-DE" sz="2400"/>
              <a:t> </a:t>
            </a:r>
            <a:r>
              <a:rPr lang="de-DE" sz="2400"/>
              <a:t>Resolution(LR)) is known as Image super-resolution, an essential class of image processing. </a:t>
            </a:r>
            <a:endParaRPr sz="2400"/>
          </a:p>
          <a:p>
            <a:pPr indent="0" lvl="0" marL="457200" rtl="0" algn="just">
              <a:lnSpc>
                <a:spcPct val="90000"/>
              </a:lnSpc>
              <a:spcBef>
                <a:spcPts val="0"/>
              </a:spcBef>
              <a:spcAft>
                <a:spcPts val="0"/>
              </a:spcAft>
              <a:buNone/>
            </a:pPr>
            <a:r>
              <a:t/>
            </a:r>
            <a:endParaRPr sz="2400"/>
          </a:p>
          <a:p>
            <a:pPr indent="-381000" lvl="0" marL="457200" rtl="0" algn="just">
              <a:lnSpc>
                <a:spcPct val="90000"/>
              </a:lnSpc>
              <a:spcBef>
                <a:spcPts val="0"/>
              </a:spcBef>
              <a:spcAft>
                <a:spcPts val="0"/>
              </a:spcAft>
              <a:buSzPts val="2400"/>
              <a:buChar char="●"/>
            </a:pPr>
            <a:r>
              <a:rPr lang="de-DE" sz="2400"/>
              <a:t>Image super-resolution has applications in various domains, such as medical imaging, </a:t>
            </a:r>
            <a:r>
              <a:rPr lang="de-DE" sz="2400"/>
              <a:t>surveillance</a:t>
            </a:r>
            <a:r>
              <a:rPr lang="de-DE" sz="2400"/>
              <a:t>, security, and improving other compute.</a:t>
            </a:r>
            <a:endParaRPr sz="2400"/>
          </a:p>
          <a:p>
            <a:pPr indent="0" lvl="0" marL="0" rtl="0" algn="just">
              <a:lnSpc>
                <a:spcPct val="90000"/>
              </a:lnSpc>
              <a:spcBef>
                <a:spcPts val="0"/>
              </a:spcBef>
              <a:spcAft>
                <a:spcPts val="0"/>
              </a:spcAft>
              <a:buNone/>
            </a:pPr>
            <a:r>
              <a:t/>
            </a:r>
            <a:endParaRPr sz="2400"/>
          </a:p>
          <a:p>
            <a:pPr indent="-381000" lvl="0" marL="457200" rtl="0" algn="just">
              <a:lnSpc>
                <a:spcPct val="90000"/>
              </a:lnSpc>
              <a:spcBef>
                <a:spcPts val="0"/>
              </a:spcBef>
              <a:spcAft>
                <a:spcPts val="0"/>
              </a:spcAft>
              <a:buSzPts val="2400"/>
              <a:buChar char="●"/>
            </a:pPr>
            <a:r>
              <a:rPr lang="de-DE" sz="2400"/>
              <a:t>Image scaling is extensively applied in consumer electronics (e.g., digital cameras, mobile phones, tablets, display devices) and medical imaging, such as computer-assisted surgery and digital radiographs.</a:t>
            </a:r>
            <a:endParaRPr sz="2400"/>
          </a:p>
          <a:p>
            <a:pPr indent="0" lvl="0" marL="457200" rtl="0" algn="just">
              <a:lnSpc>
                <a:spcPct val="90000"/>
              </a:lnSpc>
              <a:spcBef>
                <a:spcPts val="0"/>
              </a:spcBef>
              <a:spcAft>
                <a:spcPts val="0"/>
              </a:spcAft>
              <a:buNone/>
            </a:pPr>
            <a:r>
              <a:t/>
            </a:r>
            <a:endParaRPr sz="2400"/>
          </a:p>
          <a:p>
            <a:pPr indent="-381000" lvl="0" marL="457200" rtl="0" algn="just">
              <a:lnSpc>
                <a:spcPct val="90000"/>
              </a:lnSpc>
              <a:spcBef>
                <a:spcPts val="0"/>
              </a:spcBef>
              <a:spcAft>
                <a:spcPts val="0"/>
              </a:spcAft>
              <a:buSzPts val="2400"/>
              <a:buChar char="●"/>
            </a:pPr>
            <a:r>
              <a:rPr lang="de-DE" sz="2400"/>
              <a:t>To resolve this issue, various Super Resolution (SR) methods have been developed, including </a:t>
            </a:r>
            <a:r>
              <a:rPr lang="de-DE" sz="2400"/>
              <a:t>traditional</a:t>
            </a:r>
            <a:r>
              <a:rPr lang="de-DE" sz="2400"/>
              <a:t> approaches like interpolation and regularization, as well as modern techniques based on Convolutional Neural Networks (CNNs).</a:t>
            </a:r>
            <a:endParaRPr sz="2400"/>
          </a:p>
        </p:txBody>
      </p:sp>
      <p:sp>
        <p:nvSpPr>
          <p:cNvPr id="80" name="Google Shape;80;p12"/>
          <p:cNvSpPr txBox="1"/>
          <p:nvPr>
            <p:ph idx="11" type="ftr"/>
          </p:nvPr>
        </p:nvSpPr>
        <p:spPr>
          <a:xfrm>
            <a:off x="1169895" y="6407121"/>
            <a:ext cx="4497480" cy="365125"/>
          </a:xfrm>
          <a:prstGeom prst="rect">
            <a:avLst/>
          </a:prstGeom>
          <a:noFill/>
          <a:ln>
            <a:noFill/>
          </a:ln>
        </p:spPr>
        <p:txBody>
          <a:bodyPr anchorCtr="0" anchor="ctr" bIns="45700" lIns="0" spcFirstLastPara="1" rIns="0" wrap="square" tIns="45700">
            <a:noAutofit/>
          </a:bodyPr>
          <a:lstStyle/>
          <a:p>
            <a:pPr indent="0" lvl="0" marL="0" rtl="0" algn="l">
              <a:spcBef>
                <a:spcPts val="0"/>
              </a:spcBef>
              <a:spcAft>
                <a:spcPts val="0"/>
              </a:spcAft>
              <a:buNone/>
            </a:pPr>
            <a:r>
              <a:rPr lang="de-DE"/>
              <a:t>Hochschule Wismar | Fakultät für Ingenieurwissenschaften</a:t>
            </a:r>
            <a:endParaRPr/>
          </a:p>
        </p:txBody>
      </p:sp>
      <p:sp>
        <p:nvSpPr>
          <p:cNvPr id="81" name="Google Shape;81;p12"/>
          <p:cNvSpPr txBox="1"/>
          <p:nvPr>
            <p:ph idx="10" type="dt"/>
          </p:nvPr>
        </p:nvSpPr>
        <p:spPr>
          <a:xfrm>
            <a:off x="8610600" y="6407121"/>
            <a:ext cx="27432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r>
              <a:rPr lang="de-DE"/>
              <a:t>12.04.2023</a:t>
            </a:r>
            <a:endParaRPr/>
          </a:p>
        </p:txBody>
      </p:sp>
      <p:sp>
        <p:nvSpPr>
          <p:cNvPr id="82" name="Google Shape;82;p12"/>
          <p:cNvSpPr txBox="1"/>
          <p:nvPr>
            <p:ph idx="2" type="body"/>
          </p:nvPr>
        </p:nvSpPr>
        <p:spPr>
          <a:xfrm>
            <a:off x="168825" y="80200"/>
            <a:ext cx="11971800" cy="5250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Clr>
                <a:schemeClr val="lt1"/>
              </a:buClr>
              <a:buSzPts val="2400"/>
              <a:buFont typeface="Arial"/>
              <a:buNone/>
            </a:pPr>
            <a:r>
              <a:rPr lang="de-DE" sz="3200"/>
              <a:t>Introduction</a:t>
            </a:r>
            <a:endParaRPr sz="3200"/>
          </a:p>
        </p:txBody>
      </p:sp>
      <p:sp>
        <p:nvSpPr>
          <p:cNvPr id="83" name="Google Shape;83;p1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title"/>
          </p:nvPr>
        </p:nvSpPr>
        <p:spPr>
          <a:xfrm>
            <a:off x="215800" y="751026"/>
            <a:ext cx="8915400" cy="5250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3200"/>
              <a:t>Biometric</a:t>
            </a:r>
            <a:r>
              <a:rPr lang="de-DE" sz="3200"/>
              <a:t> information identification:</a:t>
            </a:r>
            <a:endParaRPr sz="3200"/>
          </a:p>
        </p:txBody>
      </p:sp>
      <p:sp>
        <p:nvSpPr>
          <p:cNvPr id="90" name="Google Shape;90;p13"/>
          <p:cNvSpPr txBox="1"/>
          <p:nvPr>
            <p:ph idx="1" type="body"/>
          </p:nvPr>
        </p:nvSpPr>
        <p:spPr>
          <a:xfrm>
            <a:off x="215800" y="1146925"/>
            <a:ext cx="11836500" cy="9042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Low-resolution </a:t>
            </a:r>
            <a:r>
              <a:rPr lang="de-DE" sz="2400"/>
              <a:t>biometric</a:t>
            </a:r>
            <a:r>
              <a:rPr lang="de-DE" sz="2400"/>
              <a:t> photos are problematic for facial, fingerprint, and iris identification.</a:t>
            </a:r>
            <a:endParaRPr sz="2400"/>
          </a:p>
        </p:txBody>
      </p:sp>
      <p:sp>
        <p:nvSpPr>
          <p:cNvPr id="91" name="Google Shape;91;p13"/>
          <p:cNvSpPr txBox="1"/>
          <p:nvPr>
            <p:ph idx="2" type="body"/>
          </p:nvPr>
        </p:nvSpPr>
        <p:spPr>
          <a:xfrm>
            <a:off x="128925" y="105250"/>
            <a:ext cx="12011700" cy="525000"/>
          </a:xfrm>
          <a:prstGeom prst="rect">
            <a:avLst/>
          </a:prstGeom>
        </p:spPr>
        <p:txBody>
          <a:bodyPr anchorCtr="0" anchor="b" bIns="0" lIns="0" spcFirstLastPara="1" rIns="0" wrap="square" tIns="0">
            <a:noAutofit/>
          </a:bodyPr>
          <a:lstStyle/>
          <a:p>
            <a:pPr indent="0" lvl="0" marL="0" rtl="0" algn="ctr">
              <a:spcBef>
                <a:spcPts val="1000"/>
              </a:spcBef>
              <a:spcAft>
                <a:spcPts val="0"/>
              </a:spcAft>
              <a:buNone/>
            </a:pPr>
            <a:r>
              <a:rPr lang="de-DE" sz="3200"/>
              <a:t>Application</a:t>
            </a:r>
            <a:r>
              <a:rPr b="0" lang="de-DE">
                <a:latin typeface="Arial"/>
                <a:ea typeface="Arial"/>
                <a:cs typeface="Arial"/>
                <a:sym typeface="Arial"/>
              </a:rPr>
              <a:t> </a:t>
            </a:r>
            <a:r>
              <a:rPr lang="de-DE" sz="3200"/>
              <a:t>Of High Resolution Images</a:t>
            </a:r>
            <a:endParaRPr sz="4000"/>
          </a:p>
        </p:txBody>
      </p:sp>
      <p:pic>
        <p:nvPicPr>
          <p:cNvPr id="92" name="Google Shape;92;p13"/>
          <p:cNvPicPr preferRelativeResize="0"/>
          <p:nvPr/>
        </p:nvPicPr>
        <p:blipFill>
          <a:blip r:embed="rId3">
            <a:alphaModFix/>
          </a:blip>
          <a:stretch>
            <a:fillRect/>
          </a:stretch>
        </p:blipFill>
        <p:spPr>
          <a:xfrm>
            <a:off x="1424825" y="2050975"/>
            <a:ext cx="8748651" cy="3875400"/>
          </a:xfrm>
          <a:prstGeom prst="rect">
            <a:avLst/>
          </a:prstGeom>
          <a:noFill/>
          <a:ln>
            <a:noFill/>
          </a:ln>
        </p:spPr>
      </p:pic>
      <p:sp>
        <p:nvSpPr>
          <p:cNvPr id="93" name="Google Shape;93;p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192325" y="756669"/>
            <a:ext cx="8915400" cy="5547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3200"/>
              <a:t>Medical Diagnosis</a:t>
            </a:r>
            <a:endParaRPr sz="3200"/>
          </a:p>
        </p:txBody>
      </p:sp>
      <p:sp>
        <p:nvSpPr>
          <p:cNvPr id="100" name="Google Shape;100;p14"/>
          <p:cNvSpPr txBox="1"/>
          <p:nvPr>
            <p:ph idx="1" type="body"/>
          </p:nvPr>
        </p:nvSpPr>
        <p:spPr>
          <a:xfrm>
            <a:off x="192325" y="1251325"/>
            <a:ext cx="11813100" cy="1293000"/>
          </a:xfrm>
          <a:prstGeom prst="rect">
            <a:avLst/>
          </a:prstGeom>
        </p:spPr>
        <p:txBody>
          <a:bodyPr anchorCtr="0" anchor="t" bIns="0" lIns="0" spcFirstLastPara="1" rIns="0" wrap="square" tIns="0">
            <a:noAutofit/>
          </a:bodyPr>
          <a:lstStyle/>
          <a:p>
            <a:pPr indent="-393700" lvl="0" marL="457200" rtl="0" algn="just">
              <a:spcBef>
                <a:spcPts val="1000"/>
              </a:spcBef>
              <a:spcAft>
                <a:spcPts val="0"/>
              </a:spcAft>
              <a:buSzPts val="2600"/>
              <a:buChar char="●"/>
            </a:pPr>
            <a:r>
              <a:rPr lang="de-DE" sz="2400"/>
              <a:t>In field of medical science HR images can be of great help for better diagnose to provide better treatment</a:t>
            </a:r>
            <a:r>
              <a:rPr lang="de-DE" sz="2600"/>
              <a:t>.</a:t>
            </a:r>
            <a:endParaRPr sz="2600"/>
          </a:p>
        </p:txBody>
      </p:sp>
      <p:pic>
        <p:nvPicPr>
          <p:cNvPr id="101" name="Google Shape;101;p14"/>
          <p:cNvPicPr preferRelativeResize="0"/>
          <p:nvPr/>
        </p:nvPicPr>
        <p:blipFill>
          <a:blip r:embed="rId3">
            <a:alphaModFix/>
          </a:blip>
          <a:stretch>
            <a:fillRect/>
          </a:stretch>
        </p:blipFill>
        <p:spPr>
          <a:xfrm>
            <a:off x="1236950" y="2074625"/>
            <a:ext cx="9159649" cy="3891151"/>
          </a:xfrm>
          <a:prstGeom prst="rect">
            <a:avLst/>
          </a:prstGeom>
          <a:noFill/>
          <a:ln>
            <a:noFill/>
          </a:ln>
        </p:spPr>
      </p:pic>
      <p:sp>
        <p:nvSpPr>
          <p:cNvPr id="102" name="Google Shape;102;p1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192325" y="735923"/>
            <a:ext cx="8915400" cy="5637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3200"/>
              <a:t>Surveillance and Earth-Observation remote sensing</a:t>
            </a:r>
            <a:endParaRPr sz="3200"/>
          </a:p>
        </p:txBody>
      </p:sp>
      <p:sp>
        <p:nvSpPr>
          <p:cNvPr id="109" name="Google Shape;109;p15"/>
          <p:cNvSpPr txBox="1"/>
          <p:nvPr>
            <p:ph idx="1" type="body"/>
          </p:nvPr>
        </p:nvSpPr>
        <p:spPr>
          <a:xfrm>
            <a:off x="192325" y="1205625"/>
            <a:ext cx="11883300" cy="14679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Digital video recorder (DVR) devices are commonly utilized nowadays and have a big impact on applications like traffic monitoring and security monitoring. However, at this time, equipping large-scale HR devices is not viable</a:t>
            </a:r>
            <a:endParaRPr sz="2400"/>
          </a:p>
        </p:txBody>
      </p:sp>
      <p:pic>
        <p:nvPicPr>
          <p:cNvPr id="110" name="Google Shape;110;p15"/>
          <p:cNvPicPr preferRelativeResize="0"/>
          <p:nvPr/>
        </p:nvPicPr>
        <p:blipFill>
          <a:blip r:embed="rId3">
            <a:alphaModFix/>
          </a:blip>
          <a:stretch>
            <a:fillRect/>
          </a:stretch>
        </p:blipFill>
        <p:spPr>
          <a:xfrm>
            <a:off x="1413100" y="2391675"/>
            <a:ext cx="8408100" cy="3840000"/>
          </a:xfrm>
          <a:prstGeom prst="rect">
            <a:avLst/>
          </a:prstGeom>
          <a:noFill/>
          <a:ln>
            <a:noFill/>
          </a:ln>
        </p:spPr>
      </p:pic>
      <p:sp>
        <p:nvSpPr>
          <p:cNvPr id="111" name="Google Shape;111;p1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204075" y="809399"/>
            <a:ext cx="8915400" cy="4842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3200"/>
              <a:t>Astronomical observation</a:t>
            </a:r>
            <a:endParaRPr sz="3200"/>
          </a:p>
        </p:txBody>
      </p:sp>
      <p:sp>
        <p:nvSpPr>
          <p:cNvPr id="118" name="Google Shape;118;p16"/>
          <p:cNvSpPr txBox="1"/>
          <p:nvPr>
            <p:ph idx="1" type="body"/>
          </p:nvPr>
        </p:nvSpPr>
        <p:spPr>
          <a:xfrm>
            <a:off x="204075" y="1217400"/>
            <a:ext cx="11660400" cy="9981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HR images can aid astronomers in their exploration of space by increasing the   resolution of celestial photographs.</a:t>
            </a:r>
            <a:endParaRPr sz="2400"/>
          </a:p>
        </p:txBody>
      </p:sp>
      <p:pic>
        <p:nvPicPr>
          <p:cNvPr id="119" name="Google Shape;119;p16"/>
          <p:cNvPicPr preferRelativeResize="0"/>
          <p:nvPr/>
        </p:nvPicPr>
        <p:blipFill>
          <a:blip r:embed="rId3">
            <a:alphaModFix/>
          </a:blip>
          <a:stretch>
            <a:fillRect/>
          </a:stretch>
        </p:blipFill>
        <p:spPr>
          <a:xfrm>
            <a:off x="908125" y="2156825"/>
            <a:ext cx="9887750" cy="3910475"/>
          </a:xfrm>
          <a:prstGeom prst="rect">
            <a:avLst/>
          </a:prstGeom>
          <a:noFill/>
          <a:ln>
            <a:noFill/>
          </a:ln>
        </p:spPr>
      </p:pic>
      <p:sp>
        <p:nvSpPr>
          <p:cNvPr id="120" name="Google Shape;120;p1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idx="1" type="body"/>
          </p:nvPr>
        </p:nvSpPr>
        <p:spPr>
          <a:xfrm>
            <a:off x="152400" y="853325"/>
            <a:ext cx="11665200" cy="47913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This thesis’s primary objective is to comprehensively examine Image Super Resolution (SR) techniques, with a specific emphasis on the comparative analysis of outcomes of both the types of methods which are conventional methods and learning-based approaches.</a:t>
            </a:r>
            <a:endParaRPr sz="2400"/>
          </a:p>
          <a:p>
            <a:pPr indent="0" lvl="0" marL="457200" rtl="0" algn="just">
              <a:spcBef>
                <a:spcPts val="1000"/>
              </a:spcBef>
              <a:spcAft>
                <a:spcPts val="0"/>
              </a:spcAft>
              <a:buNone/>
            </a:pPr>
            <a:r>
              <a:t/>
            </a:r>
            <a:endParaRPr sz="2600"/>
          </a:p>
          <a:p>
            <a:pPr indent="-381000" lvl="0" marL="457200" rtl="0" algn="just">
              <a:spcBef>
                <a:spcPts val="1000"/>
              </a:spcBef>
              <a:spcAft>
                <a:spcPts val="0"/>
              </a:spcAft>
              <a:buSzPts val="2400"/>
              <a:buChar char="●"/>
            </a:pPr>
            <a:r>
              <a:rPr lang="de-DE" sz="2400"/>
              <a:t>The evaluation will encompass quantitative measurements, such as Mean Square Error (MSE) and Peak Signal-to-Noise Ratio (PSNR), and qualitative assessments that consider perceptual quality and potential artefacts.</a:t>
            </a:r>
            <a:endParaRPr sz="2400"/>
          </a:p>
        </p:txBody>
      </p:sp>
      <p:sp>
        <p:nvSpPr>
          <p:cNvPr id="127" name="Google Shape;127;p17"/>
          <p:cNvSpPr txBox="1"/>
          <p:nvPr>
            <p:ph idx="2" type="body"/>
          </p:nvPr>
        </p:nvSpPr>
        <p:spPr>
          <a:xfrm>
            <a:off x="0" y="0"/>
            <a:ext cx="12140700" cy="681300"/>
          </a:xfrm>
          <a:prstGeom prst="rect">
            <a:avLst/>
          </a:prstGeom>
        </p:spPr>
        <p:txBody>
          <a:bodyPr anchorCtr="0" anchor="b" bIns="0" lIns="0" spcFirstLastPara="1" rIns="0" wrap="square" tIns="0">
            <a:noAutofit/>
          </a:bodyPr>
          <a:lstStyle/>
          <a:p>
            <a:pPr indent="0" lvl="0" marL="0" rtl="0" algn="ctr">
              <a:lnSpc>
                <a:spcPct val="150000"/>
              </a:lnSpc>
              <a:spcBef>
                <a:spcPts val="0"/>
              </a:spcBef>
              <a:spcAft>
                <a:spcPts val="0"/>
              </a:spcAft>
              <a:buNone/>
            </a:pPr>
            <a:r>
              <a:rPr lang="de-DE" sz="3200">
                <a:latin typeface="Arial"/>
                <a:ea typeface="Arial"/>
                <a:cs typeface="Arial"/>
                <a:sym typeface="Arial"/>
              </a:rPr>
              <a:t>Aim Of Master’s Thesis</a:t>
            </a:r>
            <a:endParaRPr sz="3200"/>
          </a:p>
        </p:txBody>
      </p:sp>
      <p:sp>
        <p:nvSpPr>
          <p:cNvPr id="128" name="Google Shape;128;p1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idx="1" type="body"/>
          </p:nvPr>
        </p:nvSpPr>
        <p:spPr>
          <a:xfrm>
            <a:off x="227575" y="957725"/>
            <a:ext cx="8915400" cy="47574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Image scaling refers to the resizing of a digital image. Interpolation is the process of estimating approximate values from known points to resize image.</a:t>
            </a:r>
            <a:endParaRPr sz="2400"/>
          </a:p>
          <a:p>
            <a:pPr indent="0" lvl="0" marL="457200" rtl="0" algn="just">
              <a:spcBef>
                <a:spcPts val="1000"/>
              </a:spcBef>
              <a:spcAft>
                <a:spcPts val="0"/>
              </a:spcAft>
              <a:buNone/>
            </a:pPr>
            <a:r>
              <a:t/>
            </a:r>
            <a:endParaRPr sz="2400"/>
          </a:p>
          <a:p>
            <a:pPr indent="-381000" lvl="0" marL="457200" rtl="0" algn="just">
              <a:spcBef>
                <a:spcPts val="1000"/>
              </a:spcBef>
              <a:spcAft>
                <a:spcPts val="0"/>
              </a:spcAft>
              <a:buSzPts val="2400"/>
              <a:buChar char="●"/>
            </a:pPr>
            <a:r>
              <a:rPr lang="de-DE" sz="2400"/>
              <a:t>Interpolation</a:t>
            </a:r>
            <a:r>
              <a:rPr lang="de-DE" sz="2400"/>
              <a:t> based methods are as follow: </a:t>
            </a:r>
            <a:endParaRPr sz="2400"/>
          </a:p>
          <a:p>
            <a:pPr indent="-381000" lvl="1" marL="914400" rtl="0" algn="just">
              <a:spcBef>
                <a:spcPts val="0"/>
              </a:spcBef>
              <a:spcAft>
                <a:spcPts val="0"/>
              </a:spcAft>
              <a:buSzPts val="2400"/>
              <a:buChar char="○"/>
            </a:pPr>
            <a:r>
              <a:rPr lang="de-DE"/>
              <a:t>Nearest Neighborhood Interpolation</a:t>
            </a:r>
            <a:endParaRPr/>
          </a:p>
          <a:p>
            <a:pPr indent="-381000" lvl="1" marL="914400" rtl="0" algn="just">
              <a:spcBef>
                <a:spcPts val="0"/>
              </a:spcBef>
              <a:spcAft>
                <a:spcPts val="0"/>
              </a:spcAft>
              <a:buSzPts val="2400"/>
              <a:buChar char="○"/>
            </a:pPr>
            <a:r>
              <a:rPr lang="de-DE"/>
              <a:t>Bilinear Image Interpolation</a:t>
            </a:r>
            <a:endParaRPr/>
          </a:p>
          <a:p>
            <a:pPr indent="-381000" lvl="1" marL="914400" rtl="0" algn="just">
              <a:spcBef>
                <a:spcPts val="0"/>
              </a:spcBef>
              <a:spcAft>
                <a:spcPts val="0"/>
              </a:spcAft>
              <a:buSzPts val="2400"/>
              <a:buChar char="○"/>
            </a:pPr>
            <a:r>
              <a:rPr lang="de-DE"/>
              <a:t>Bicubic Image Interpolation</a:t>
            </a:r>
            <a:endParaRPr/>
          </a:p>
          <a:p>
            <a:pPr indent="0" lvl="0" marL="914400" rtl="0" algn="just">
              <a:spcBef>
                <a:spcPts val="1000"/>
              </a:spcBef>
              <a:spcAft>
                <a:spcPts val="0"/>
              </a:spcAft>
              <a:buNone/>
            </a:pPr>
            <a:r>
              <a:t/>
            </a:r>
            <a:endParaRPr sz="2400"/>
          </a:p>
          <a:p>
            <a:pPr indent="-381000" lvl="0" marL="457200" rtl="0" algn="just">
              <a:spcBef>
                <a:spcPts val="1000"/>
              </a:spcBef>
              <a:spcAft>
                <a:spcPts val="0"/>
              </a:spcAft>
              <a:buSzPts val="2400"/>
              <a:buChar char="●"/>
            </a:pPr>
            <a:r>
              <a:rPr lang="de-DE" sz="2400"/>
              <a:t>The above given Interpolation Based methods are also known as </a:t>
            </a:r>
            <a:r>
              <a:rPr lang="de-DE" sz="2400"/>
              <a:t>non adaptive</a:t>
            </a:r>
            <a:r>
              <a:rPr lang="de-DE" sz="2400"/>
              <a:t> algorithms, this algorithms apply fixed pattern to each pixel without considering its other parameter as features, or edges of images. </a:t>
            </a:r>
            <a:endParaRPr sz="2400"/>
          </a:p>
          <a:p>
            <a:pPr indent="0" lvl="0" marL="0" rtl="0" algn="just">
              <a:spcBef>
                <a:spcPts val="1000"/>
              </a:spcBef>
              <a:spcAft>
                <a:spcPts val="0"/>
              </a:spcAft>
              <a:buNone/>
            </a:pPr>
            <a:r>
              <a:t/>
            </a:r>
            <a:endParaRPr sz="2400"/>
          </a:p>
        </p:txBody>
      </p:sp>
      <p:sp>
        <p:nvSpPr>
          <p:cNvPr id="135" name="Google Shape;135;p18"/>
          <p:cNvSpPr txBox="1"/>
          <p:nvPr>
            <p:ph idx="2" type="body"/>
          </p:nvPr>
        </p:nvSpPr>
        <p:spPr>
          <a:xfrm>
            <a:off x="0" y="85900"/>
            <a:ext cx="12140700" cy="525000"/>
          </a:xfrm>
          <a:prstGeom prst="rect">
            <a:avLst/>
          </a:prstGeom>
        </p:spPr>
        <p:txBody>
          <a:bodyPr anchorCtr="0" anchor="b" bIns="0" lIns="0" spcFirstLastPara="1" rIns="0" wrap="square" tIns="0">
            <a:noAutofit/>
          </a:bodyPr>
          <a:lstStyle/>
          <a:p>
            <a:pPr indent="0" lvl="0" marL="0" rtl="0" algn="ctr">
              <a:lnSpc>
                <a:spcPct val="150000"/>
              </a:lnSpc>
              <a:spcBef>
                <a:spcPts val="0"/>
              </a:spcBef>
              <a:spcAft>
                <a:spcPts val="0"/>
              </a:spcAft>
              <a:buNone/>
            </a:pPr>
            <a:r>
              <a:rPr lang="de-DE" sz="3200"/>
              <a:t>Image Scaling and Interpolation</a:t>
            </a:r>
            <a:endParaRPr sz="3200"/>
          </a:p>
        </p:txBody>
      </p:sp>
      <p:sp>
        <p:nvSpPr>
          <p:cNvPr id="136" name="Google Shape;136;p1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37" name="Google Shape;137;p18"/>
          <p:cNvPicPr preferRelativeResize="0"/>
          <p:nvPr/>
        </p:nvPicPr>
        <p:blipFill>
          <a:blip r:embed="rId3">
            <a:alphaModFix/>
          </a:blip>
          <a:stretch>
            <a:fillRect/>
          </a:stretch>
        </p:blipFill>
        <p:spPr>
          <a:xfrm>
            <a:off x="6010525" y="1687125"/>
            <a:ext cx="5101525" cy="2747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txBox="1"/>
          <p:nvPr>
            <p:ph idx="1" type="body"/>
          </p:nvPr>
        </p:nvSpPr>
        <p:spPr>
          <a:xfrm>
            <a:off x="98375" y="852025"/>
            <a:ext cx="11730900" cy="19161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Deep learning networks learn by discovering intricate structures in the data they experience.By building computational models that are composed of multiple processing layers, the networks can create multiple levels of abstraction to represent the data.</a:t>
            </a:r>
            <a:endParaRPr sz="2400"/>
          </a:p>
        </p:txBody>
      </p:sp>
      <p:sp>
        <p:nvSpPr>
          <p:cNvPr id="144" name="Google Shape;144;p19"/>
          <p:cNvSpPr txBox="1"/>
          <p:nvPr>
            <p:ph idx="2" type="body"/>
          </p:nvPr>
        </p:nvSpPr>
        <p:spPr>
          <a:xfrm>
            <a:off x="98375" y="191600"/>
            <a:ext cx="12042300" cy="426900"/>
          </a:xfrm>
          <a:prstGeom prst="rect">
            <a:avLst/>
          </a:prstGeom>
        </p:spPr>
        <p:txBody>
          <a:bodyPr anchorCtr="0" anchor="b" bIns="0" lIns="0" spcFirstLastPara="1" rIns="0" wrap="square" tIns="0">
            <a:noAutofit/>
          </a:bodyPr>
          <a:lstStyle/>
          <a:p>
            <a:pPr indent="0" lvl="0" marL="0" rtl="0" algn="ctr">
              <a:lnSpc>
                <a:spcPct val="150000"/>
              </a:lnSpc>
              <a:spcBef>
                <a:spcPts val="0"/>
              </a:spcBef>
              <a:spcAft>
                <a:spcPts val="0"/>
              </a:spcAft>
              <a:buNone/>
            </a:pPr>
            <a:r>
              <a:rPr lang="de-DE" sz="3200"/>
              <a:t>Deep Learning </a:t>
            </a:r>
            <a:endParaRPr sz="3200"/>
          </a:p>
        </p:txBody>
      </p:sp>
      <p:sp>
        <p:nvSpPr>
          <p:cNvPr id="145" name="Google Shape;145;p1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46" name="Google Shape;146;p19"/>
          <p:cNvPicPr preferRelativeResize="0"/>
          <p:nvPr/>
        </p:nvPicPr>
        <p:blipFill>
          <a:blip r:embed="rId3">
            <a:alphaModFix/>
          </a:blip>
          <a:stretch>
            <a:fillRect/>
          </a:stretch>
        </p:blipFill>
        <p:spPr>
          <a:xfrm>
            <a:off x="2625900" y="2098125"/>
            <a:ext cx="6940199" cy="4126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idx="1" type="body"/>
          </p:nvPr>
        </p:nvSpPr>
        <p:spPr>
          <a:xfrm>
            <a:off x="304800" y="777000"/>
            <a:ext cx="11289600" cy="51516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b="1" lang="de-DE" sz="2400"/>
              <a:t>Convolutional Neural Network(CNNs)</a:t>
            </a:r>
            <a:endParaRPr b="1" sz="2400"/>
          </a:p>
          <a:p>
            <a:pPr indent="-381000" lvl="1" marL="914400" rtl="0" algn="just">
              <a:spcBef>
                <a:spcPts val="0"/>
              </a:spcBef>
              <a:spcAft>
                <a:spcPts val="0"/>
              </a:spcAft>
              <a:buSzPts val="2400"/>
              <a:buChar char="○"/>
            </a:pPr>
            <a:r>
              <a:rPr lang="de-DE"/>
              <a:t>CNNs are comprised of three types of layers. These are convolutional layers, pooling layers and fully-connected layers. When these layers are stacked, a CNN architecture has been formed.</a:t>
            </a:r>
            <a:endParaRPr/>
          </a:p>
          <a:p>
            <a:pPr indent="-381000" lvl="1" marL="914400" rtl="0" algn="just">
              <a:spcBef>
                <a:spcPts val="0"/>
              </a:spcBef>
              <a:spcAft>
                <a:spcPts val="0"/>
              </a:spcAft>
              <a:buSzPts val="2400"/>
              <a:buChar char="○"/>
            </a:pPr>
            <a:r>
              <a:rPr lang="de-DE"/>
              <a:t>CNNs are primarily used in the field of pattern recognition within images. This allows us to encode image-specific features into the architecture.</a:t>
            </a:r>
            <a:endParaRPr/>
          </a:p>
          <a:p>
            <a:pPr indent="-381000" lvl="0" marL="457200" rtl="0" algn="just">
              <a:spcBef>
                <a:spcPts val="0"/>
              </a:spcBef>
              <a:spcAft>
                <a:spcPts val="0"/>
              </a:spcAft>
              <a:buSzPts val="2400"/>
              <a:buChar char="●"/>
            </a:pPr>
            <a:r>
              <a:rPr b="1" lang="de-DE" sz="2400"/>
              <a:t>Autoencoder</a:t>
            </a:r>
            <a:endParaRPr b="1" sz="2400"/>
          </a:p>
          <a:p>
            <a:pPr indent="-381000" lvl="1" marL="914400" rtl="0" algn="just">
              <a:spcBef>
                <a:spcPts val="0"/>
              </a:spcBef>
              <a:spcAft>
                <a:spcPts val="0"/>
              </a:spcAft>
              <a:buSzPts val="2400"/>
              <a:buChar char="○"/>
            </a:pPr>
            <a:r>
              <a:rPr lang="de-DE"/>
              <a:t>Autoencoder is a type of neural network where the output layer has the same dimensionality as the input layer</a:t>
            </a:r>
            <a:endParaRPr/>
          </a:p>
          <a:p>
            <a:pPr indent="-381000" lvl="1" marL="914400" rtl="0" algn="just">
              <a:spcBef>
                <a:spcPts val="0"/>
              </a:spcBef>
              <a:spcAft>
                <a:spcPts val="0"/>
              </a:spcAft>
              <a:buSzPts val="2400"/>
              <a:buChar char="○"/>
            </a:pPr>
            <a:r>
              <a:rPr lang="de-DE"/>
              <a:t>An autoencoder replicates the data from the input to the output in an unsupervised manner and is therefore sometimes referred to as a replicator neural network.</a:t>
            </a:r>
            <a:endParaRPr/>
          </a:p>
          <a:p>
            <a:pPr indent="-381000" lvl="0" marL="457200" rtl="0" algn="just">
              <a:spcBef>
                <a:spcPts val="0"/>
              </a:spcBef>
              <a:spcAft>
                <a:spcPts val="0"/>
              </a:spcAft>
              <a:buSzPts val="2400"/>
              <a:buChar char="●"/>
            </a:pPr>
            <a:r>
              <a:rPr b="1" lang="de-DE" sz="2400"/>
              <a:t>Generative Adversarial Network(GAN)</a:t>
            </a:r>
            <a:endParaRPr b="1" sz="2400"/>
          </a:p>
          <a:p>
            <a:pPr indent="-381000" lvl="1" marL="914400" rtl="0" algn="just">
              <a:spcBef>
                <a:spcPts val="0"/>
              </a:spcBef>
              <a:spcAft>
                <a:spcPts val="0"/>
              </a:spcAft>
              <a:buSzPts val="2400"/>
              <a:buChar char="○"/>
            </a:pPr>
            <a:r>
              <a:rPr lang="de-DE"/>
              <a:t>GANs are a clever way of training a generative model by framing the problem as a supervised learning problem with two sub-models: the generator model that we train to generate new examples, and the discriminator model that tries to classify examples as either real (from the domain) or fake (generated).</a:t>
            </a:r>
            <a:endParaRPr/>
          </a:p>
        </p:txBody>
      </p:sp>
      <p:sp>
        <p:nvSpPr>
          <p:cNvPr id="153" name="Google Shape;153;p20"/>
          <p:cNvSpPr txBox="1"/>
          <p:nvPr>
            <p:ph idx="2" type="body"/>
          </p:nvPr>
        </p:nvSpPr>
        <p:spPr>
          <a:xfrm>
            <a:off x="0" y="226825"/>
            <a:ext cx="12140700" cy="426900"/>
          </a:xfrm>
          <a:prstGeom prst="rect">
            <a:avLst/>
          </a:prstGeom>
        </p:spPr>
        <p:txBody>
          <a:bodyPr anchorCtr="0" anchor="b" bIns="0" lIns="0" spcFirstLastPara="1" rIns="0" wrap="square" tIns="0">
            <a:noAutofit/>
          </a:bodyPr>
          <a:lstStyle/>
          <a:p>
            <a:pPr indent="0" lvl="0" marL="0" rtl="0" algn="ctr">
              <a:lnSpc>
                <a:spcPct val="150000"/>
              </a:lnSpc>
              <a:spcBef>
                <a:spcPts val="0"/>
              </a:spcBef>
              <a:spcAft>
                <a:spcPts val="0"/>
              </a:spcAft>
              <a:buNone/>
            </a:pPr>
            <a:r>
              <a:rPr lang="de-DE" sz="3200"/>
              <a:t>Models based on Deep Learning</a:t>
            </a:r>
            <a:endParaRPr sz="3200"/>
          </a:p>
        </p:txBody>
      </p:sp>
      <p:sp>
        <p:nvSpPr>
          <p:cNvPr id="154" name="Google Shape;154;p2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idx="2" type="body"/>
          </p:nvPr>
        </p:nvSpPr>
        <p:spPr>
          <a:xfrm>
            <a:off x="0" y="156375"/>
            <a:ext cx="12140700" cy="426900"/>
          </a:xfrm>
          <a:prstGeom prst="rect">
            <a:avLst/>
          </a:prstGeom>
        </p:spPr>
        <p:txBody>
          <a:bodyPr anchorCtr="0" anchor="b" bIns="0" lIns="0" spcFirstLastPara="1" rIns="0" wrap="square" tIns="0">
            <a:noAutofit/>
          </a:bodyPr>
          <a:lstStyle/>
          <a:p>
            <a:pPr indent="0" lvl="0" marL="0" rtl="0" algn="ctr">
              <a:spcBef>
                <a:spcPts val="1000"/>
              </a:spcBef>
              <a:spcAft>
                <a:spcPts val="0"/>
              </a:spcAft>
              <a:buNone/>
            </a:pPr>
            <a:r>
              <a:rPr lang="de-DE" sz="3200"/>
              <a:t>Implementation</a:t>
            </a:r>
            <a:endParaRPr sz="3200"/>
          </a:p>
        </p:txBody>
      </p:sp>
      <p:sp>
        <p:nvSpPr>
          <p:cNvPr id="161" name="Google Shape;161;p21"/>
          <p:cNvSpPr txBox="1"/>
          <p:nvPr>
            <p:ph idx="12" type="sldNum"/>
          </p:nvPr>
        </p:nvSpPr>
        <p:spPr>
          <a:xfrm>
            <a:off x="11409045" y="6110015"/>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62" name="Google Shape;162;p21"/>
          <p:cNvPicPr preferRelativeResize="0"/>
          <p:nvPr/>
        </p:nvPicPr>
        <p:blipFill rotWithShape="1">
          <a:blip r:embed="rId3">
            <a:alphaModFix/>
          </a:blip>
          <a:srcRect b="22666" l="25124" r="7662" t="36558"/>
          <a:stretch/>
        </p:blipFill>
        <p:spPr>
          <a:xfrm>
            <a:off x="3751930" y="3627975"/>
            <a:ext cx="7517194" cy="2930850"/>
          </a:xfrm>
          <a:prstGeom prst="rect">
            <a:avLst/>
          </a:prstGeom>
          <a:noFill/>
          <a:ln>
            <a:noFill/>
          </a:ln>
        </p:spPr>
      </p:pic>
      <p:sp>
        <p:nvSpPr>
          <p:cNvPr id="163" name="Google Shape;163;p21"/>
          <p:cNvSpPr/>
          <p:nvPr/>
        </p:nvSpPr>
        <p:spPr>
          <a:xfrm>
            <a:off x="448725" y="4018314"/>
            <a:ext cx="3303300" cy="9231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de-DE" sz="2600">
                <a:latin typeface="Calibri"/>
                <a:ea typeface="Calibri"/>
                <a:cs typeface="Calibri"/>
                <a:sym typeface="Calibri"/>
              </a:rPr>
              <a:t>Implemented Methods are</a:t>
            </a:r>
            <a:endParaRPr b="1" sz="2600">
              <a:latin typeface="Calibri"/>
              <a:ea typeface="Calibri"/>
              <a:cs typeface="Calibri"/>
              <a:sym typeface="Calibri"/>
            </a:endParaRPr>
          </a:p>
        </p:txBody>
      </p:sp>
      <p:sp>
        <p:nvSpPr>
          <p:cNvPr id="164" name="Google Shape;164;p21"/>
          <p:cNvSpPr txBox="1"/>
          <p:nvPr/>
        </p:nvSpPr>
        <p:spPr>
          <a:xfrm>
            <a:off x="227025" y="824000"/>
            <a:ext cx="10921200" cy="1150800"/>
          </a:xfrm>
          <a:prstGeom prst="rect">
            <a:avLst/>
          </a:prstGeom>
          <a:noFill/>
          <a:ln>
            <a:noFill/>
          </a:ln>
        </p:spPr>
        <p:txBody>
          <a:bodyPr anchorCtr="0" anchor="t" bIns="91425" lIns="91425" spcFirstLastPara="1" rIns="91425" wrap="square" tIns="91425">
            <a:noAutofit/>
          </a:bodyPr>
          <a:lstStyle/>
          <a:p>
            <a:pPr indent="-381000" lvl="0" marL="457200" rtl="0" algn="just">
              <a:spcBef>
                <a:spcPts val="0"/>
              </a:spcBef>
              <a:spcAft>
                <a:spcPts val="0"/>
              </a:spcAft>
              <a:buClr>
                <a:schemeClr val="dk2"/>
              </a:buClr>
              <a:buSzPts val="2400"/>
              <a:buFont typeface="Calibri"/>
              <a:buChar char="●"/>
            </a:pPr>
            <a:r>
              <a:rPr lang="de-DE" sz="2400">
                <a:solidFill>
                  <a:schemeClr val="dk2"/>
                </a:solidFill>
                <a:latin typeface="Calibri"/>
                <a:ea typeface="Calibri"/>
                <a:cs typeface="Calibri"/>
                <a:sym typeface="Calibri"/>
              </a:rPr>
              <a:t>Each model was implemented using Python scripts and developed using the Google Colab editor. Colab is a cloud-based platform designed for Jupyter Notebooks, which eliminates the need for any initial setup and provides free access to computing resources, including Graphics Processing Units (GPUs) and Tensor Processing Units (TPUs).</a:t>
            </a:r>
            <a:endParaRPr sz="2400">
              <a:solidFill>
                <a:schemeClr val="dk2"/>
              </a:solidFill>
              <a:latin typeface="Calibri"/>
              <a:ea typeface="Calibri"/>
              <a:cs typeface="Calibri"/>
              <a:sym typeface="Calibri"/>
            </a:endParaRPr>
          </a:p>
          <a:p>
            <a:pPr indent="-381000" lvl="0" marL="457200" rtl="0" algn="just">
              <a:spcBef>
                <a:spcPts val="0"/>
              </a:spcBef>
              <a:spcAft>
                <a:spcPts val="0"/>
              </a:spcAft>
              <a:buClr>
                <a:schemeClr val="dk2"/>
              </a:buClr>
              <a:buSzPts val="2400"/>
              <a:buFont typeface="Calibri"/>
              <a:buChar char="●"/>
            </a:pPr>
            <a:r>
              <a:rPr lang="de-DE" sz="2400">
                <a:solidFill>
                  <a:schemeClr val="dk2"/>
                </a:solidFill>
                <a:latin typeface="Calibri"/>
                <a:ea typeface="Calibri"/>
                <a:cs typeface="Calibri"/>
                <a:sym typeface="Calibri"/>
              </a:rPr>
              <a:t>The model has been trained using the DIV2K dataset and evaluated using an 80-20 cross-validation approach.</a:t>
            </a:r>
            <a:endParaRPr sz="24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idx="1" type="body"/>
          </p:nvPr>
        </p:nvSpPr>
        <p:spPr>
          <a:xfrm>
            <a:off x="168600" y="1323050"/>
            <a:ext cx="12023400" cy="1467000"/>
          </a:xfrm>
          <a:prstGeom prst="rect">
            <a:avLst/>
          </a:prstGeom>
        </p:spPr>
        <p:txBody>
          <a:bodyPr anchorCtr="0" anchor="t" bIns="0" lIns="0" spcFirstLastPara="1" rIns="0" wrap="square" tIns="0">
            <a:noAutofit/>
          </a:bodyPr>
          <a:lstStyle/>
          <a:p>
            <a:pPr indent="-381000" lvl="0" marL="457200" rtl="0" algn="just">
              <a:lnSpc>
                <a:spcPct val="115000"/>
              </a:lnSpc>
              <a:spcBef>
                <a:spcPts val="1000"/>
              </a:spcBef>
              <a:spcAft>
                <a:spcPts val="0"/>
              </a:spcAft>
              <a:buSzPts val="2400"/>
              <a:buChar char="●"/>
            </a:pPr>
            <a:r>
              <a:rPr lang="de-DE" sz="2400"/>
              <a:t>The model’s hyperparameters are presented in Table, with a total parameter count of 85,889, representing the combined weights and biases within the neural network.</a:t>
            </a:r>
            <a:endParaRPr sz="2400"/>
          </a:p>
          <a:p>
            <a:pPr indent="-381000" lvl="0" marL="457200" rtl="0" algn="just">
              <a:lnSpc>
                <a:spcPct val="115000"/>
              </a:lnSpc>
              <a:spcBef>
                <a:spcPts val="0"/>
              </a:spcBef>
              <a:spcAft>
                <a:spcPts val="0"/>
              </a:spcAft>
              <a:buSzPts val="2400"/>
              <a:buChar char="●"/>
            </a:pPr>
            <a:r>
              <a:rPr lang="de-DE" sz="2400"/>
              <a:t>SRCNN consists of 1 upsampling layer at </a:t>
            </a:r>
            <a:r>
              <a:rPr lang="de-DE" sz="2400"/>
              <a:t>beginning</a:t>
            </a:r>
            <a:r>
              <a:rPr lang="de-DE" sz="2400"/>
              <a:t> and 3 convolutional layers for extracting features and generate Super Resolution image.</a:t>
            </a:r>
            <a:endParaRPr sz="2400"/>
          </a:p>
        </p:txBody>
      </p:sp>
      <p:sp>
        <p:nvSpPr>
          <p:cNvPr id="171" name="Google Shape;171;p22"/>
          <p:cNvSpPr txBox="1"/>
          <p:nvPr>
            <p:ph idx="2" type="body"/>
          </p:nvPr>
        </p:nvSpPr>
        <p:spPr>
          <a:xfrm>
            <a:off x="168600" y="705511"/>
            <a:ext cx="8915400" cy="426900"/>
          </a:xfrm>
          <a:prstGeom prst="rect">
            <a:avLst/>
          </a:prstGeom>
          <a:solidFill>
            <a:schemeClr val="lt1"/>
          </a:solidFill>
        </p:spPr>
        <p:txBody>
          <a:bodyPr anchorCtr="0" anchor="b" bIns="0" lIns="0" spcFirstLastPara="1" rIns="0" wrap="square" tIns="0">
            <a:noAutofit/>
          </a:bodyPr>
          <a:lstStyle/>
          <a:p>
            <a:pPr indent="0" lvl="0" marL="0" rtl="0" algn="l">
              <a:spcBef>
                <a:spcPts val="1000"/>
              </a:spcBef>
              <a:spcAft>
                <a:spcPts val="0"/>
              </a:spcAft>
              <a:buNone/>
            </a:pPr>
            <a:r>
              <a:rPr lang="de-DE" sz="2600">
                <a:solidFill>
                  <a:schemeClr val="dk1"/>
                </a:solidFill>
              </a:rPr>
              <a:t>SRCNN (Super-Resolution using Convolution Neural Network)</a:t>
            </a:r>
            <a:endParaRPr sz="2600">
              <a:solidFill>
                <a:schemeClr val="dk1"/>
              </a:solidFill>
            </a:endParaRPr>
          </a:p>
        </p:txBody>
      </p:sp>
      <p:sp>
        <p:nvSpPr>
          <p:cNvPr id="172" name="Google Shape;172;p2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73" name="Google Shape;173;p22"/>
          <p:cNvPicPr preferRelativeResize="0"/>
          <p:nvPr/>
        </p:nvPicPr>
        <p:blipFill>
          <a:blip r:embed="rId3">
            <a:alphaModFix/>
          </a:blip>
          <a:stretch>
            <a:fillRect/>
          </a:stretch>
        </p:blipFill>
        <p:spPr>
          <a:xfrm>
            <a:off x="428775" y="3205975"/>
            <a:ext cx="4065375" cy="2593425"/>
          </a:xfrm>
          <a:prstGeom prst="rect">
            <a:avLst/>
          </a:prstGeom>
          <a:noFill/>
          <a:ln>
            <a:noFill/>
          </a:ln>
        </p:spPr>
      </p:pic>
      <p:pic>
        <p:nvPicPr>
          <p:cNvPr id="174" name="Google Shape;174;p22"/>
          <p:cNvPicPr preferRelativeResize="0"/>
          <p:nvPr/>
        </p:nvPicPr>
        <p:blipFill>
          <a:blip r:embed="rId4">
            <a:alphaModFix/>
          </a:blip>
          <a:stretch>
            <a:fillRect/>
          </a:stretch>
        </p:blipFill>
        <p:spPr>
          <a:xfrm>
            <a:off x="4494150" y="2896650"/>
            <a:ext cx="8161350" cy="3746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ph idx="1" type="body"/>
          </p:nvPr>
        </p:nvSpPr>
        <p:spPr>
          <a:xfrm>
            <a:off x="168825" y="1222600"/>
            <a:ext cx="11971800" cy="1831800"/>
          </a:xfrm>
          <a:prstGeom prst="rect">
            <a:avLst/>
          </a:prstGeom>
        </p:spPr>
        <p:txBody>
          <a:bodyPr anchorCtr="0" anchor="t" bIns="0" lIns="0" spcFirstLastPara="1" rIns="0" wrap="square" tIns="0">
            <a:noAutofit/>
          </a:bodyPr>
          <a:lstStyle/>
          <a:p>
            <a:pPr indent="-381000" lvl="0" marL="457200" rtl="0" algn="just">
              <a:lnSpc>
                <a:spcPct val="115000"/>
              </a:lnSpc>
              <a:spcBef>
                <a:spcPts val="1000"/>
              </a:spcBef>
              <a:spcAft>
                <a:spcPts val="0"/>
              </a:spcAft>
              <a:buSzPts val="2400"/>
              <a:buChar char="●"/>
            </a:pPr>
            <a:r>
              <a:rPr lang="de-DE" sz="2400"/>
              <a:t>The model was trained using the DIV2K dataset and a cross-validation approach with an 80-20 split. The total number of parameters for the 2x scale is 96,740, while for the 4x scale it is 61,680.</a:t>
            </a:r>
            <a:endParaRPr sz="2400"/>
          </a:p>
          <a:p>
            <a:pPr indent="-381000" lvl="0" marL="457200" rtl="0" algn="just">
              <a:lnSpc>
                <a:spcPct val="115000"/>
              </a:lnSpc>
              <a:spcBef>
                <a:spcPts val="0"/>
              </a:spcBef>
              <a:spcAft>
                <a:spcPts val="0"/>
              </a:spcAft>
              <a:buSzPts val="2400"/>
              <a:buChar char="●"/>
            </a:pPr>
            <a:r>
              <a:rPr lang="de-DE" sz="2400"/>
              <a:t>Compared to SRCNN, ESPCN consists of 4 convolutional layers, followed by a Bicubic Upsampling Layer with a sub-pixel shuffle function.</a:t>
            </a:r>
            <a:endParaRPr sz="2400"/>
          </a:p>
        </p:txBody>
      </p:sp>
      <p:sp>
        <p:nvSpPr>
          <p:cNvPr id="181" name="Google Shape;181;p23"/>
          <p:cNvSpPr txBox="1"/>
          <p:nvPr>
            <p:ph idx="2" type="body"/>
          </p:nvPr>
        </p:nvSpPr>
        <p:spPr>
          <a:xfrm>
            <a:off x="168825" y="689786"/>
            <a:ext cx="8915400" cy="426900"/>
          </a:xfrm>
          <a:prstGeom prst="rect">
            <a:avLst/>
          </a:prstGeom>
        </p:spPr>
        <p:txBody>
          <a:bodyPr anchorCtr="0" anchor="b" bIns="0" lIns="0" spcFirstLastPara="1" rIns="0" wrap="square" tIns="0">
            <a:noAutofit/>
          </a:bodyPr>
          <a:lstStyle/>
          <a:p>
            <a:pPr indent="0" lvl="0" marL="0" rtl="0" algn="l">
              <a:spcBef>
                <a:spcPts val="1000"/>
              </a:spcBef>
              <a:spcAft>
                <a:spcPts val="0"/>
              </a:spcAft>
              <a:buNone/>
            </a:pPr>
            <a:r>
              <a:rPr lang="de-DE" sz="2600">
                <a:solidFill>
                  <a:schemeClr val="dk1"/>
                </a:solidFill>
              </a:rPr>
              <a:t>ESPCN (Efficient Subpixel Convolution Network)</a:t>
            </a:r>
            <a:endParaRPr sz="2600">
              <a:solidFill>
                <a:schemeClr val="dk1"/>
              </a:solidFill>
            </a:endParaRPr>
          </a:p>
        </p:txBody>
      </p:sp>
      <p:sp>
        <p:nvSpPr>
          <p:cNvPr id="182" name="Google Shape;182;p2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83" name="Google Shape;183;p23"/>
          <p:cNvPicPr preferRelativeResize="0"/>
          <p:nvPr/>
        </p:nvPicPr>
        <p:blipFill>
          <a:blip r:embed="rId3">
            <a:alphaModFix/>
          </a:blip>
          <a:stretch>
            <a:fillRect/>
          </a:stretch>
        </p:blipFill>
        <p:spPr>
          <a:xfrm>
            <a:off x="4310100" y="3309200"/>
            <a:ext cx="7359775" cy="3534675"/>
          </a:xfrm>
          <a:prstGeom prst="rect">
            <a:avLst/>
          </a:prstGeom>
          <a:noFill/>
          <a:ln>
            <a:noFill/>
          </a:ln>
        </p:spPr>
      </p:pic>
      <p:pic>
        <p:nvPicPr>
          <p:cNvPr id="184" name="Google Shape;184;p23"/>
          <p:cNvPicPr preferRelativeResize="0"/>
          <p:nvPr/>
        </p:nvPicPr>
        <p:blipFill>
          <a:blip r:embed="rId4">
            <a:alphaModFix/>
          </a:blip>
          <a:stretch>
            <a:fillRect/>
          </a:stretch>
        </p:blipFill>
        <p:spPr>
          <a:xfrm>
            <a:off x="295750" y="3532425"/>
            <a:ext cx="4061325" cy="2631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idx="1" type="body"/>
          </p:nvPr>
        </p:nvSpPr>
        <p:spPr>
          <a:xfrm>
            <a:off x="201300" y="1268075"/>
            <a:ext cx="11769000" cy="17856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The model was trained on two different scales (2x and 4x), They have the same </a:t>
            </a:r>
            <a:r>
              <a:rPr lang="de-DE" sz="2400"/>
              <a:t>algorithm</a:t>
            </a:r>
            <a:r>
              <a:rPr lang="de-DE" sz="2400"/>
              <a:t> and structure. As mentioned, before it is trained on the DIV2K dataset and 80-20 cross-validation. With total number of parameters for a 2x scale is 1,586,179, and for a 4x scale is 2,029,315</a:t>
            </a:r>
            <a:endParaRPr sz="2400"/>
          </a:p>
        </p:txBody>
      </p:sp>
      <p:sp>
        <p:nvSpPr>
          <p:cNvPr id="191" name="Google Shape;191;p24"/>
          <p:cNvSpPr txBox="1"/>
          <p:nvPr>
            <p:ph idx="2" type="body"/>
          </p:nvPr>
        </p:nvSpPr>
        <p:spPr>
          <a:xfrm>
            <a:off x="201300" y="649686"/>
            <a:ext cx="8915400" cy="426900"/>
          </a:xfrm>
          <a:prstGeom prst="rect">
            <a:avLst/>
          </a:prstGeom>
        </p:spPr>
        <p:txBody>
          <a:bodyPr anchorCtr="0" anchor="b" bIns="0" lIns="0" spcFirstLastPara="1" rIns="0" wrap="square" tIns="0">
            <a:noAutofit/>
          </a:bodyPr>
          <a:lstStyle/>
          <a:p>
            <a:pPr indent="0" lvl="0" marL="0" rtl="0" algn="l">
              <a:spcBef>
                <a:spcPts val="1000"/>
              </a:spcBef>
              <a:spcAft>
                <a:spcPts val="0"/>
              </a:spcAft>
              <a:buNone/>
            </a:pPr>
            <a:r>
              <a:rPr lang="de-DE" sz="2600">
                <a:solidFill>
                  <a:schemeClr val="dk1"/>
                </a:solidFill>
              </a:rPr>
              <a:t>Autoencoders</a:t>
            </a:r>
            <a:endParaRPr sz="2600">
              <a:solidFill>
                <a:schemeClr val="dk1"/>
              </a:solidFill>
            </a:endParaRPr>
          </a:p>
        </p:txBody>
      </p:sp>
      <p:sp>
        <p:nvSpPr>
          <p:cNvPr id="192" name="Google Shape;192;p2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193" name="Google Shape;193;p24"/>
          <p:cNvPicPr preferRelativeResize="0"/>
          <p:nvPr/>
        </p:nvPicPr>
        <p:blipFill>
          <a:blip r:embed="rId3">
            <a:alphaModFix/>
          </a:blip>
          <a:stretch>
            <a:fillRect/>
          </a:stretch>
        </p:blipFill>
        <p:spPr>
          <a:xfrm>
            <a:off x="2947275" y="3191225"/>
            <a:ext cx="5415075" cy="2983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200" name="Google Shape;200;p25"/>
          <p:cNvPicPr preferRelativeResize="0"/>
          <p:nvPr/>
        </p:nvPicPr>
        <p:blipFill>
          <a:blip r:embed="rId3">
            <a:alphaModFix/>
          </a:blip>
          <a:stretch>
            <a:fillRect/>
          </a:stretch>
        </p:blipFill>
        <p:spPr>
          <a:xfrm>
            <a:off x="313500" y="2957125"/>
            <a:ext cx="11564999" cy="3223550"/>
          </a:xfrm>
          <a:prstGeom prst="rect">
            <a:avLst/>
          </a:prstGeom>
          <a:noFill/>
          <a:ln>
            <a:noFill/>
          </a:ln>
        </p:spPr>
      </p:pic>
      <p:sp>
        <p:nvSpPr>
          <p:cNvPr id="201" name="Google Shape;201;p25"/>
          <p:cNvSpPr txBox="1"/>
          <p:nvPr/>
        </p:nvSpPr>
        <p:spPr>
          <a:xfrm>
            <a:off x="313500" y="1088200"/>
            <a:ext cx="11827200" cy="1479600"/>
          </a:xfrm>
          <a:prstGeom prst="rect">
            <a:avLst/>
          </a:prstGeom>
          <a:noFill/>
          <a:ln>
            <a:noFill/>
          </a:ln>
        </p:spPr>
        <p:txBody>
          <a:bodyPr anchorCtr="0" anchor="t" bIns="91425" lIns="91425" spcFirstLastPara="1" rIns="91425" wrap="square" tIns="91425">
            <a:noAutofit/>
          </a:bodyPr>
          <a:lstStyle/>
          <a:p>
            <a:pPr indent="-381000" lvl="0" marL="457200" rtl="0" algn="just">
              <a:lnSpc>
                <a:spcPct val="90000"/>
              </a:lnSpc>
              <a:spcBef>
                <a:spcPts val="1000"/>
              </a:spcBef>
              <a:spcAft>
                <a:spcPts val="0"/>
              </a:spcAft>
              <a:buSzPts val="2400"/>
              <a:buFont typeface="Calibri"/>
              <a:buChar char="●"/>
            </a:pPr>
            <a:r>
              <a:rPr lang="de-DE" sz="2400">
                <a:solidFill>
                  <a:srgbClr val="5A5A5A"/>
                </a:solidFill>
                <a:latin typeface="Calibri"/>
                <a:ea typeface="Calibri"/>
                <a:cs typeface="Calibri"/>
                <a:sym typeface="Calibri"/>
              </a:rPr>
              <a:t>In autoencoder we have 2 systems, 1st is encoder and the second is decoder. The features of the image are extracted and encoded for each image in training dataset. And the mapping is learned by decoding this encoded features to generate a SR Image.</a:t>
            </a:r>
            <a:endParaRPr sz="24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idx="1" type="body"/>
          </p:nvPr>
        </p:nvSpPr>
        <p:spPr>
          <a:xfrm>
            <a:off x="139700" y="1270000"/>
            <a:ext cx="11747400" cy="24432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Super-Resolution Generative Adversarial Networks (SRGAN) has been implemented using scale 4x. The model is trained on the DIV2K dataset. It is divided into generator and discriminator with a total number of parameters for generator is 1,553,667 and for discriminator is 23,569,217. </a:t>
            </a:r>
            <a:endParaRPr sz="2400"/>
          </a:p>
          <a:p>
            <a:pPr indent="-381000" lvl="0" marL="457200" rtl="0" algn="just">
              <a:spcBef>
                <a:spcPts val="0"/>
              </a:spcBef>
              <a:spcAft>
                <a:spcPts val="0"/>
              </a:spcAft>
              <a:buSzPts val="2400"/>
              <a:buChar char="●"/>
            </a:pPr>
            <a:r>
              <a:rPr lang="de-DE" sz="2400"/>
              <a:t>A VGG loss is used to improve the MSE loss that often fails to enforce fine SR image </a:t>
            </a:r>
            <a:r>
              <a:rPr lang="de-DE" sz="2400"/>
              <a:t>generation</a:t>
            </a:r>
            <a:r>
              <a:rPr lang="de-DE" sz="2400"/>
              <a:t> The following Table contains the hyperparameters of the model.</a:t>
            </a:r>
            <a:endParaRPr sz="2400"/>
          </a:p>
        </p:txBody>
      </p:sp>
      <p:sp>
        <p:nvSpPr>
          <p:cNvPr id="208" name="Google Shape;208;p26"/>
          <p:cNvSpPr txBox="1"/>
          <p:nvPr>
            <p:ph idx="2" type="body"/>
          </p:nvPr>
        </p:nvSpPr>
        <p:spPr>
          <a:xfrm>
            <a:off x="127075" y="740575"/>
            <a:ext cx="9080400" cy="426900"/>
          </a:xfrm>
          <a:prstGeom prst="rect">
            <a:avLst/>
          </a:prstGeom>
        </p:spPr>
        <p:txBody>
          <a:bodyPr anchorCtr="0" anchor="b" bIns="0" lIns="0" spcFirstLastPara="1" rIns="0" wrap="square" tIns="0">
            <a:noAutofit/>
          </a:bodyPr>
          <a:lstStyle/>
          <a:p>
            <a:pPr indent="0" lvl="0" marL="0" rtl="0" algn="l">
              <a:spcBef>
                <a:spcPts val="1000"/>
              </a:spcBef>
              <a:spcAft>
                <a:spcPts val="0"/>
              </a:spcAft>
              <a:buNone/>
            </a:pPr>
            <a:r>
              <a:rPr lang="de-DE" sz="2600">
                <a:solidFill>
                  <a:schemeClr val="dk1"/>
                </a:solidFill>
              </a:rPr>
              <a:t>SRGAN (</a:t>
            </a:r>
            <a:r>
              <a:rPr lang="de-DE" sz="2600">
                <a:solidFill>
                  <a:schemeClr val="dk1"/>
                </a:solidFill>
              </a:rPr>
              <a:t>Super-Resolution Generative Adversarial Networks)</a:t>
            </a:r>
            <a:endParaRPr sz="2600">
              <a:solidFill>
                <a:schemeClr val="dk1"/>
              </a:solidFill>
            </a:endParaRPr>
          </a:p>
        </p:txBody>
      </p:sp>
      <p:sp>
        <p:nvSpPr>
          <p:cNvPr id="209" name="Google Shape;209;p2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210" name="Google Shape;210;p26"/>
          <p:cNvPicPr preferRelativeResize="0"/>
          <p:nvPr/>
        </p:nvPicPr>
        <p:blipFill>
          <a:blip r:embed="rId3">
            <a:alphaModFix/>
          </a:blip>
          <a:stretch>
            <a:fillRect/>
          </a:stretch>
        </p:blipFill>
        <p:spPr>
          <a:xfrm>
            <a:off x="2856700" y="3413750"/>
            <a:ext cx="5630325" cy="3200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152400" y="788425"/>
            <a:ext cx="8915400" cy="5916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solidFill>
                  <a:schemeClr val="dk1"/>
                </a:solidFill>
                <a:highlight>
                  <a:srgbClr val="FFFFFF"/>
                </a:highlight>
              </a:rPr>
              <a:t>SRGAN Generator</a:t>
            </a:r>
            <a:endParaRPr sz="2600"/>
          </a:p>
        </p:txBody>
      </p:sp>
      <p:sp>
        <p:nvSpPr>
          <p:cNvPr id="217" name="Google Shape;217;p27"/>
          <p:cNvSpPr txBox="1"/>
          <p:nvPr>
            <p:ph idx="1" type="body"/>
          </p:nvPr>
        </p:nvSpPr>
        <p:spPr>
          <a:xfrm>
            <a:off x="266700" y="1265725"/>
            <a:ext cx="11874000" cy="26418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T</a:t>
            </a:r>
            <a:r>
              <a:rPr lang="de-DE" sz="2400"/>
              <a:t>he generator model takes a low-resolution image as input and produces a high-resolution super-resolved image as output. It consists of 16 residual blocks, each containing two convolutional layers with PReLU activations, Batch Normalization, and a skip connection. The model uses pixel shuffle layers for upsampling to the desired scale.</a:t>
            </a:r>
            <a:endParaRPr sz="2400"/>
          </a:p>
        </p:txBody>
      </p:sp>
      <p:sp>
        <p:nvSpPr>
          <p:cNvPr id="218" name="Google Shape;218;p2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
        <p:nvSpPr>
          <p:cNvPr id="219" name="Google Shape;219;p27"/>
          <p:cNvSpPr txBox="1"/>
          <p:nvPr>
            <p:ph type="title"/>
          </p:nvPr>
        </p:nvSpPr>
        <p:spPr>
          <a:xfrm>
            <a:off x="152400" y="3252225"/>
            <a:ext cx="8915400" cy="5916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solidFill>
                  <a:schemeClr val="dk1"/>
                </a:solidFill>
                <a:highlight>
                  <a:srgbClr val="FFFFFF"/>
                </a:highlight>
              </a:rPr>
              <a:t>SRGAN Discriminator</a:t>
            </a:r>
            <a:endParaRPr sz="2600"/>
          </a:p>
        </p:txBody>
      </p:sp>
      <p:sp>
        <p:nvSpPr>
          <p:cNvPr id="220" name="Google Shape;220;p27"/>
          <p:cNvSpPr txBox="1"/>
          <p:nvPr>
            <p:ph idx="1" type="body"/>
          </p:nvPr>
        </p:nvSpPr>
        <p:spPr>
          <a:xfrm>
            <a:off x="448800" y="3742225"/>
            <a:ext cx="11691900" cy="26418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This discriminator is designed to evaluate the authenticity of super-resolved images, helping to train a GAN for image super-resolution.</a:t>
            </a:r>
            <a:endParaRPr sz="2400"/>
          </a:p>
          <a:p>
            <a:pPr indent="-381000" lvl="0" marL="457200" rtl="0" algn="just">
              <a:spcBef>
                <a:spcPts val="0"/>
              </a:spcBef>
              <a:spcAft>
                <a:spcPts val="0"/>
              </a:spcAft>
              <a:buSzPts val="2400"/>
              <a:buChar char="●"/>
            </a:pPr>
            <a:r>
              <a:rPr lang="de-DE" sz="2400"/>
              <a:t>It assesses whether the input image is more likely to be real (high-resolution) or fake (super-resolved). The LeakyReLU activation functions introduces non-linearity, and batch normalization helps stabilize training.</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144000" y="1075300"/>
            <a:ext cx="11904000" cy="5250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t>Objective methods </a:t>
            </a:r>
            <a:endParaRPr sz="2600"/>
          </a:p>
          <a:p>
            <a:pPr indent="0" lvl="0" marL="457200" rtl="0" algn="l">
              <a:spcBef>
                <a:spcPts val="0"/>
              </a:spcBef>
              <a:spcAft>
                <a:spcPts val="0"/>
              </a:spcAft>
              <a:buNone/>
            </a:pPr>
            <a:r>
              <a:t/>
            </a:r>
            <a:endParaRPr sz="2600"/>
          </a:p>
        </p:txBody>
      </p:sp>
      <p:sp>
        <p:nvSpPr>
          <p:cNvPr id="227" name="Google Shape;227;p28"/>
          <p:cNvSpPr txBox="1"/>
          <p:nvPr>
            <p:ph idx="1" type="body"/>
          </p:nvPr>
        </p:nvSpPr>
        <p:spPr>
          <a:xfrm>
            <a:off x="152400" y="1264575"/>
            <a:ext cx="11408700" cy="5006100"/>
          </a:xfrm>
          <a:prstGeom prst="rect">
            <a:avLst/>
          </a:prstGeom>
        </p:spPr>
        <p:txBody>
          <a:bodyPr anchorCtr="0" anchor="t" bIns="0" lIns="0" spcFirstLastPara="1" rIns="0" wrap="square" tIns="0">
            <a:noAutofit/>
          </a:bodyPr>
          <a:lstStyle/>
          <a:p>
            <a:pPr indent="-381000" lvl="0" marL="457200" rtl="0" algn="just">
              <a:spcBef>
                <a:spcPts val="1000"/>
              </a:spcBef>
              <a:spcAft>
                <a:spcPts val="0"/>
              </a:spcAft>
              <a:buSzPts val="2400"/>
              <a:buChar char="●"/>
            </a:pPr>
            <a:r>
              <a:rPr lang="de-DE" sz="2400"/>
              <a:t>Mean Square Error (MSE)</a:t>
            </a:r>
            <a:endParaRPr sz="2400"/>
          </a:p>
          <a:p>
            <a:pPr indent="-381000" lvl="1" marL="914400" rtl="0" algn="just">
              <a:spcBef>
                <a:spcPts val="0"/>
              </a:spcBef>
              <a:spcAft>
                <a:spcPts val="0"/>
              </a:spcAft>
              <a:buSzPts val="2400"/>
              <a:buChar char="○"/>
            </a:pPr>
            <a:r>
              <a:rPr lang="de-DE"/>
              <a:t>The difference between the Pixel value of one image and the corresponding Pixel value of the other image. The MSE measures the average of the square of the errors.</a:t>
            </a:r>
            <a:endParaRPr/>
          </a:p>
          <a:p>
            <a:pPr indent="-381000" lvl="0" marL="457200" rtl="0" algn="just">
              <a:spcBef>
                <a:spcPts val="0"/>
              </a:spcBef>
              <a:spcAft>
                <a:spcPts val="0"/>
              </a:spcAft>
              <a:buSzPts val="2400"/>
              <a:buChar char="●"/>
            </a:pPr>
            <a:r>
              <a:rPr lang="de-DE" sz="2400"/>
              <a:t>Peak Signal to Noise Ratio(PSNR)</a:t>
            </a:r>
            <a:endParaRPr sz="2400"/>
          </a:p>
          <a:p>
            <a:pPr indent="-381000" lvl="1" marL="914400" rtl="0" algn="just">
              <a:spcBef>
                <a:spcPts val="0"/>
              </a:spcBef>
              <a:spcAft>
                <a:spcPts val="0"/>
              </a:spcAft>
              <a:buSzPts val="2400"/>
              <a:buChar char="○"/>
            </a:pPr>
            <a:r>
              <a:rPr lang="de-DE"/>
              <a:t>PSNR is used to calculate the ratio between the maximum possible signal power and the power of the distorting noise this ratio is used as a quality measurement between the original and a reconstructed image.</a:t>
            </a:r>
            <a:endParaRPr/>
          </a:p>
          <a:p>
            <a:pPr indent="-381000" lvl="0" marL="457200" rtl="0" algn="just">
              <a:spcBef>
                <a:spcPts val="0"/>
              </a:spcBef>
              <a:spcAft>
                <a:spcPts val="0"/>
              </a:spcAft>
              <a:buSzPts val="2400"/>
              <a:buChar char="●"/>
            </a:pPr>
            <a:r>
              <a:rPr lang="de-DE" sz="2400"/>
              <a:t>Structure Similarity Index Method (SSIM)</a:t>
            </a:r>
            <a:endParaRPr sz="2400"/>
          </a:p>
          <a:p>
            <a:pPr indent="-381000" lvl="1" marL="914400" rtl="0" algn="just">
              <a:spcBef>
                <a:spcPts val="0"/>
              </a:spcBef>
              <a:spcAft>
                <a:spcPts val="0"/>
              </a:spcAft>
              <a:buSzPts val="2400"/>
              <a:buChar char="○"/>
            </a:pPr>
            <a:r>
              <a:rPr lang="de-DE"/>
              <a:t>It measures the similarity between two images in 3 aspects (luminance, structure, contrast.</a:t>
            </a:r>
            <a:endParaRPr/>
          </a:p>
          <a:p>
            <a:pPr indent="-381000" lvl="0" marL="457200" rtl="0" algn="just">
              <a:spcBef>
                <a:spcPts val="0"/>
              </a:spcBef>
              <a:spcAft>
                <a:spcPts val="0"/>
              </a:spcAft>
              <a:buSzPts val="2400"/>
              <a:buChar char="●"/>
            </a:pPr>
            <a:r>
              <a:rPr lang="de-DE" sz="2400"/>
              <a:t>Universal Image Quality(UQI)</a:t>
            </a:r>
            <a:endParaRPr sz="2400"/>
          </a:p>
          <a:p>
            <a:pPr indent="-381000" lvl="1" marL="914400" rtl="0" algn="just">
              <a:spcBef>
                <a:spcPts val="0"/>
              </a:spcBef>
              <a:spcAft>
                <a:spcPts val="0"/>
              </a:spcAft>
              <a:buSzPts val="2400"/>
              <a:buChar char="○"/>
            </a:pPr>
            <a:r>
              <a:rPr lang="de-DE"/>
              <a:t>It is a reference-based image comparison technique. This method quantifies the image quality by comparing it to a reference image(in our case original image). This method is known to be Universal Image Quality Index (UQI).</a:t>
            </a:r>
            <a:endParaRPr/>
          </a:p>
        </p:txBody>
      </p:sp>
      <p:sp>
        <p:nvSpPr>
          <p:cNvPr id="228" name="Google Shape;228;p28"/>
          <p:cNvSpPr txBox="1"/>
          <p:nvPr>
            <p:ph idx="2" type="body"/>
          </p:nvPr>
        </p:nvSpPr>
        <p:spPr>
          <a:xfrm>
            <a:off x="144000" y="156375"/>
            <a:ext cx="11996700" cy="426900"/>
          </a:xfrm>
          <a:prstGeom prst="rect">
            <a:avLst/>
          </a:prstGeom>
        </p:spPr>
        <p:txBody>
          <a:bodyPr anchorCtr="0" anchor="b" bIns="0" lIns="0" spcFirstLastPara="1" rIns="0" wrap="square" tIns="0">
            <a:noAutofit/>
          </a:bodyPr>
          <a:lstStyle/>
          <a:p>
            <a:pPr indent="0" lvl="0" marL="0" rtl="0" algn="ctr">
              <a:lnSpc>
                <a:spcPct val="150000"/>
              </a:lnSpc>
              <a:spcBef>
                <a:spcPts val="0"/>
              </a:spcBef>
              <a:spcAft>
                <a:spcPts val="0"/>
              </a:spcAft>
              <a:buNone/>
            </a:pPr>
            <a:r>
              <a:rPr lang="de-DE" sz="3200"/>
              <a:t>Methods of Assessments</a:t>
            </a:r>
            <a:endParaRPr sz="3200"/>
          </a:p>
        </p:txBody>
      </p:sp>
      <p:sp>
        <p:nvSpPr>
          <p:cNvPr id="229" name="Google Shape;229;p2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type="title"/>
          </p:nvPr>
        </p:nvSpPr>
        <p:spPr>
          <a:xfrm>
            <a:off x="196600" y="780149"/>
            <a:ext cx="8915400" cy="5250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t>Test Dataset</a:t>
            </a:r>
            <a:endParaRPr sz="2600"/>
          </a:p>
        </p:txBody>
      </p:sp>
      <p:sp>
        <p:nvSpPr>
          <p:cNvPr id="236" name="Google Shape;236;p29"/>
          <p:cNvSpPr txBox="1"/>
          <p:nvPr>
            <p:ph idx="1" type="body"/>
          </p:nvPr>
        </p:nvSpPr>
        <p:spPr>
          <a:xfrm>
            <a:off x="131875" y="1177050"/>
            <a:ext cx="11824800" cy="4503900"/>
          </a:xfrm>
          <a:prstGeom prst="rect">
            <a:avLst/>
          </a:prstGeom>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81000" lvl="0" marL="457200" rtl="0" algn="just">
              <a:spcBef>
                <a:spcPts val="1000"/>
              </a:spcBef>
              <a:spcAft>
                <a:spcPts val="0"/>
              </a:spcAft>
              <a:buClr>
                <a:schemeClr val="dk2"/>
              </a:buClr>
              <a:buSzPts val="2400"/>
              <a:buFont typeface="Calibri"/>
              <a:buChar char="●"/>
            </a:pPr>
            <a:r>
              <a:rPr lang="de-DE" sz="2400">
                <a:solidFill>
                  <a:schemeClr val="dk2"/>
                </a:solidFill>
                <a:highlight>
                  <a:srgbClr val="FFFFFF"/>
                </a:highlight>
              </a:rPr>
              <a:t>Set5</a:t>
            </a:r>
            <a:endParaRPr sz="2400">
              <a:solidFill>
                <a:schemeClr val="dk2"/>
              </a:solidFill>
              <a:highlight>
                <a:srgbClr val="FFFFFF"/>
              </a:highlight>
            </a:endParaRPr>
          </a:p>
          <a:p>
            <a:pPr indent="-381000" lvl="1" marL="914400" rtl="0" algn="just">
              <a:spcBef>
                <a:spcPts val="0"/>
              </a:spcBef>
              <a:spcAft>
                <a:spcPts val="0"/>
              </a:spcAft>
              <a:buClr>
                <a:schemeClr val="dk2"/>
              </a:buClr>
              <a:buSzPts val="2400"/>
              <a:buChar char="○"/>
            </a:pPr>
            <a:r>
              <a:rPr lang="de-DE">
                <a:solidFill>
                  <a:schemeClr val="dk2"/>
                </a:solidFill>
                <a:highlight>
                  <a:srgbClr val="FFFFFF"/>
                </a:highlight>
              </a:rPr>
              <a:t>Introduced by Marco Bevilacqua et al. The Set5 is a dataset consisting of 5 images (“baby”, “bird”, “butterfly”, “head”, “woman”) commonly used for testing performance of Image Super-Resolution models.</a:t>
            </a:r>
            <a:endParaRPr>
              <a:solidFill>
                <a:schemeClr val="dk2"/>
              </a:solidFill>
              <a:highlight>
                <a:srgbClr val="FFFFFF"/>
              </a:highlight>
            </a:endParaRPr>
          </a:p>
          <a:p>
            <a:pPr indent="-381000" lvl="0" marL="457200" rtl="0" algn="just">
              <a:spcBef>
                <a:spcPts val="0"/>
              </a:spcBef>
              <a:spcAft>
                <a:spcPts val="0"/>
              </a:spcAft>
              <a:buClr>
                <a:schemeClr val="dk2"/>
              </a:buClr>
              <a:buSzPts val="2400"/>
              <a:buChar char="●"/>
            </a:pPr>
            <a:r>
              <a:rPr lang="de-DE" sz="2400">
                <a:solidFill>
                  <a:schemeClr val="dk2"/>
                </a:solidFill>
                <a:highlight>
                  <a:srgbClr val="FFFFFF"/>
                </a:highlight>
              </a:rPr>
              <a:t>Set14</a:t>
            </a:r>
            <a:endParaRPr sz="2400">
              <a:solidFill>
                <a:schemeClr val="dk2"/>
              </a:solidFill>
              <a:highlight>
                <a:srgbClr val="FFFFFF"/>
              </a:highlight>
            </a:endParaRPr>
          </a:p>
          <a:p>
            <a:pPr indent="-381000" lvl="1" marL="914400" rtl="0" algn="just">
              <a:spcBef>
                <a:spcPts val="0"/>
              </a:spcBef>
              <a:spcAft>
                <a:spcPts val="0"/>
              </a:spcAft>
              <a:buClr>
                <a:schemeClr val="dk2"/>
              </a:buClr>
              <a:buSzPts val="2400"/>
              <a:buChar char="○"/>
            </a:pPr>
            <a:r>
              <a:rPr lang="de-DE">
                <a:solidFill>
                  <a:schemeClr val="dk2"/>
                </a:solidFill>
                <a:highlight>
                  <a:srgbClr val="FFFFFF"/>
                </a:highlight>
              </a:rPr>
              <a:t>Introduced by Roman Zeyde et al. The </a:t>
            </a:r>
            <a:r>
              <a:rPr lang="de-DE">
                <a:solidFill>
                  <a:schemeClr val="dk2"/>
                </a:solidFill>
                <a:highlight>
                  <a:srgbClr val="FFFFFF"/>
                </a:highlight>
              </a:rPr>
              <a:t>Set14 </a:t>
            </a:r>
            <a:r>
              <a:rPr lang="de-DE">
                <a:solidFill>
                  <a:schemeClr val="dk2"/>
                </a:solidFill>
                <a:highlight>
                  <a:srgbClr val="FFFFFF"/>
                </a:highlight>
              </a:rPr>
              <a:t>a dataset consisting of 14 images commonly used for testing the performance of Image Super-Resolution models.</a:t>
            </a:r>
            <a:endParaRPr>
              <a:solidFill>
                <a:schemeClr val="dk2"/>
              </a:solidFill>
              <a:highlight>
                <a:srgbClr val="FFFFFF"/>
              </a:highlight>
            </a:endParaRPr>
          </a:p>
          <a:p>
            <a:pPr indent="-381000" lvl="0" marL="457200" rtl="0" algn="just">
              <a:spcBef>
                <a:spcPts val="0"/>
              </a:spcBef>
              <a:spcAft>
                <a:spcPts val="0"/>
              </a:spcAft>
              <a:buClr>
                <a:schemeClr val="dk2"/>
              </a:buClr>
              <a:buSzPts val="2400"/>
              <a:buFont typeface="Calibri"/>
              <a:buChar char="●"/>
            </a:pPr>
            <a:r>
              <a:rPr lang="de-DE" sz="2400">
                <a:solidFill>
                  <a:schemeClr val="dk2"/>
                </a:solidFill>
                <a:highlight>
                  <a:srgbClr val="FFFFFF"/>
                </a:highlight>
              </a:rPr>
              <a:t>Medical Images</a:t>
            </a:r>
            <a:endParaRPr sz="2400">
              <a:solidFill>
                <a:schemeClr val="dk2"/>
              </a:solidFill>
              <a:highlight>
                <a:srgbClr val="FFFFFF"/>
              </a:highlight>
            </a:endParaRPr>
          </a:p>
          <a:p>
            <a:pPr indent="-381000" lvl="1" marL="914400" rtl="0" algn="just">
              <a:spcBef>
                <a:spcPts val="0"/>
              </a:spcBef>
              <a:spcAft>
                <a:spcPts val="0"/>
              </a:spcAft>
              <a:buClr>
                <a:schemeClr val="dk2"/>
              </a:buClr>
              <a:buSzPts val="2400"/>
              <a:buChar char="○"/>
            </a:pPr>
            <a:r>
              <a:rPr lang="de-DE">
                <a:solidFill>
                  <a:schemeClr val="dk2"/>
                </a:solidFill>
                <a:highlight>
                  <a:srgbClr val="FFFFFF"/>
                </a:highlight>
              </a:rPr>
              <a:t>Helping Deep Learning and AI Enthusiasts like me to contribute to improving COVID-19 detection using just Chest X-rays. It is a simple directory structure branched into test and train and further branched into the respective 3 classes which contains the images.</a:t>
            </a:r>
            <a:endParaRPr>
              <a:solidFill>
                <a:schemeClr val="dk2"/>
              </a:solidFill>
              <a:highlight>
                <a:srgbClr val="FFFFFF"/>
              </a:highlight>
            </a:endParaRPr>
          </a:p>
          <a:p>
            <a:pPr indent="-381000" lvl="0" marL="457200" rtl="0" algn="just">
              <a:spcBef>
                <a:spcPts val="0"/>
              </a:spcBef>
              <a:spcAft>
                <a:spcPts val="0"/>
              </a:spcAft>
              <a:buClr>
                <a:schemeClr val="dk2"/>
              </a:buClr>
              <a:buSzPts val="2400"/>
              <a:buFont typeface="Calibri"/>
              <a:buChar char="●"/>
            </a:pPr>
            <a:r>
              <a:rPr lang="de-DE" sz="2400">
                <a:solidFill>
                  <a:schemeClr val="dk2"/>
                </a:solidFill>
                <a:highlight>
                  <a:srgbClr val="FFFFFF"/>
                </a:highlight>
              </a:rPr>
              <a:t>Satellite Images</a:t>
            </a:r>
            <a:endParaRPr sz="2400">
              <a:solidFill>
                <a:schemeClr val="dk2"/>
              </a:solidFill>
              <a:highlight>
                <a:srgbClr val="FFFFFF"/>
              </a:highlight>
            </a:endParaRPr>
          </a:p>
          <a:p>
            <a:pPr indent="-381000" lvl="1" marL="914400" rtl="0" algn="just">
              <a:spcBef>
                <a:spcPts val="0"/>
              </a:spcBef>
              <a:spcAft>
                <a:spcPts val="0"/>
              </a:spcAft>
              <a:buClr>
                <a:schemeClr val="dk2"/>
              </a:buClr>
              <a:buSzPts val="2400"/>
              <a:buChar char="○"/>
            </a:pPr>
            <a:r>
              <a:rPr lang="de-DE">
                <a:solidFill>
                  <a:schemeClr val="dk2"/>
                </a:solidFill>
                <a:highlight>
                  <a:srgbClr val="FFFFFF"/>
                </a:highlight>
              </a:rPr>
              <a:t>Satellite imagery used to build this dataset is made available through Planet’s Open California dataset, which is openly licensed.</a:t>
            </a:r>
            <a:endParaRPr>
              <a:solidFill>
                <a:schemeClr val="dk2"/>
              </a:solidFill>
              <a:highlight>
                <a:srgbClr val="FFFFFF"/>
              </a:highlight>
            </a:endParaRPr>
          </a:p>
        </p:txBody>
      </p:sp>
      <p:sp>
        <p:nvSpPr>
          <p:cNvPr id="237" name="Google Shape;237;p29"/>
          <p:cNvSpPr txBox="1"/>
          <p:nvPr>
            <p:ph idx="12" type="sldNum"/>
          </p:nvPr>
        </p:nvSpPr>
        <p:spPr>
          <a:xfrm>
            <a:off x="11460295" y="6380109"/>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133625" y="768394"/>
            <a:ext cx="8915400" cy="5781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t>Set5 Dataset Results</a:t>
            </a:r>
            <a:endParaRPr sz="2600"/>
          </a:p>
        </p:txBody>
      </p:sp>
      <p:sp>
        <p:nvSpPr>
          <p:cNvPr id="244" name="Google Shape;244;p30"/>
          <p:cNvSpPr txBox="1"/>
          <p:nvPr>
            <p:ph idx="2" type="body"/>
          </p:nvPr>
        </p:nvSpPr>
        <p:spPr>
          <a:xfrm>
            <a:off x="0" y="109400"/>
            <a:ext cx="12140700" cy="426900"/>
          </a:xfrm>
          <a:prstGeom prst="rect">
            <a:avLst/>
          </a:prstGeom>
        </p:spPr>
        <p:txBody>
          <a:bodyPr anchorCtr="0" anchor="b" bIns="0" lIns="0" spcFirstLastPara="1" rIns="0" wrap="square" tIns="0">
            <a:noAutofit/>
          </a:bodyPr>
          <a:lstStyle/>
          <a:p>
            <a:pPr indent="0" lvl="0" marL="0" rtl="0" algn="ctr">
              <a:spcBef>
                <a:spcPts val="1000"/>
              </a:spcBef>
              <a:spcAft>
                <a:spcPts val="0"/>
              </a:spcAft>
              <a:buNone/>
            </a:pPr>
            <a:r>
              <a:rPr lang="de-DE" sz="3200"/>
              <a:t>Evaluation</a:t>
            </a:r>
            <a:endParaRPr sz="3200"/>
          </a:p>
        </p:txBody>
      </p:sp>
      <p:sp>
        <p:nvSpPr>
          <p:cNvPr id="245" name="Google Shape;245;p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246" name="Google Shape;246;p30"/>
          <p:cNvPicPr preferRelativeResize="0"/>
          <p:nvPr/>
        </p:nvPicPr>
        <p:blipFill rotWithShape="1">
          <a:blip r:embed="rId3">
            <a:alphaModFix/>
          </a:blip>
          <a:srcRect b="960" l="0" r="0" t="0"/>
          <a:stretch/>
        </p:blipFill>
        <p:spPr>
          <a:xfrm>
            <a:off x="4372350" y="688925"/>
            <a:ext cx="7126475" cy="6169076"/>
          </a:xfrm>
          <a:prstGeom prst="rect">
            <a:avLst/>
          </a:prstGeom>
          <a:noFill/>
          <a:ln>
            <a:noFill/>
          </a:ln>
        </p:spPr>
      </p:pic>
      <p:sp>
        <p:nvSpPr>
          <p:cNvPr id="247" name="Google Shape;247;p30"/>
          <p:cNvSpPr txBox="1"/>
          <p:nvPr/>
        </p:nvSpPr>
        <p:spPr>
          <a:xfrm>
            <a:off x="133625" y="1346500"/>
            <a:ext cx="4649700" cy="16206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2"/>
              </a:buClr>
              <a:buSzPts val="2600"/>
              <a:buFont typeface="Calibri"/>
              <a:buChar char="●"/>
            </a:pPr>
            <a:r>
              <a:rPr lang="de-DE" sz="2600">
                <a:solidFill>
                  <a:schemeClr val="dk2"/>
                </a:solidFill>
                <a:latin typeface="Calibri"/>
                <a:ea typeface="Calibri"/>
                <a:cs typeface="Calibri"/>
                <a:sym typeface="Calibri"/>
              </a:rPr>
              <a:t>The head.png is evaluated and presented.</a:t>
            </a:r>
            <a:endParaRPr sz="2600">
              <a:solidFill>
                <a:schemeClr val="dk2"/>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254" name="Google Shape;254;p31"/>
          <p:cNvPicPr preferRelativeResize="0"/>
          <p:nvPr/>
        </p:nvPicPr>
        <p:blipFill>
          <a:blip r:embed="rId3">
            <a:alphaModFix/>
          </a:blip>
          <a:stretch>
            <a:fillRect/>
          </a:stretch>
        </p:blipFill>
        <p:spPr>
          <a:xfrm>
            <a:off x="1082075" y="1750238"/>
            <a:ext cx="9507350" cy="3357525"/>
          </a:xfrm>
          <a:prstGeom prst="rect">
            <a:avLst/>
          </a:prstGeom>
          <a:noFill/>
          <a:ln>
            <a:noFill/>
          </a:ln>
        </p:spPr>
      </p:pic>
      <p:sp>
        <p:nvSpPr>
          <p:cNvPr id="255" name="Google Shape;255;p31"/>
          <p:cNvSpPr txBox="1"/>
          <p:nvPr/>
        </p:nvSpPr>
        <p:spPr>
          <a:xfrm>
            <a:off x="320975" y="923800"/>
            <a:ext cx="9582300" cy="6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600">
              <a:latin typeface="Calibri"/>
              <a:ea typeface="Calibri"/>
              <a:cs typeface="Calibri"/>
              <a:sym typeface="Calibri"/>
            </a:endParaRPr>
          </a:p>
        </p:txBody>
      </p:sp>
      <p:sp>
        <p:nvSpPr>
          <p:cNvPr id="256" name="Google Shape;256;p31"/>
          <p:cNvSpPr txBox="1"/>
          <p:nvPr/>
        </p:nvSpPr>
        <p:spPr>
          <a:xfrm>
            <a:off x="320975" y="912050"/>
            <a:ext cx="11820000" cy="693000"/>
          </a:xfrm>
          <a:prstGeom prst="rect">
            <a:avLst/>
          </a:prstGeom>
          <a:noFill/>
          <a:ln>
            <a:noFill/>
          </a:ln>
        </p:spPr>
        <p:txBody>
          <a:bodyPr anchorCtr="0" anchor="t" bIns="91425" lIns="91425" spcFirstLastPara="1" rIns="91425" wrap="square" tIns="91425">
            <a:noAutofit/>
          </a:bodyPr>
          <a:lstStyle/>
          <a:p>
            <a:pPr indent="-381000" lvl="0" marL="457200" rtl="0" algn="just">
              <a:spcBef>
                <a:spcPts val="0"/>
              </a:spcBef>
              <a:spcAft>
                <a:spcPts val="0"/>
              </a:spcAft>
              <a:buClr>
                <a:schemeClr val="dk2"/>
              </a:buClr>
              <a:buSzPts val="2400"/>
              <a:buFont typeface="Calibri"/>
              <a:buChar char="●"/>
            </a:pPr>
            <a:r>
              <a:rPr lang="de-DE" sz="2400">
                <a:solidFill>
                  <a:schemeClr val="dk2"/>
                </a:solidFill>
                <a:latin typeface="Calibri"/>
                <a:ea typeface="Calibri"/>
                <a:cs typeface="Calibri"/>
                <a:sym typeface="Calibri"/>
              </a:rPr>
              <a:t>The table provides metrics based </a:t>
            </a:r>
            <a:r>
              <a:rPr lang="de-DE" sz="2400">
                <a:solidFill>
                  <a:schemeClr val="dk2"/>
                </a:solidFill>
                <a:latin typeface="Calibri"/>
                <a:ea typeface="Calibri"/>
                <a:cs typeface="Calibri"/>
                <a:sym typeface="Calibri"/>
              </a:rPr>
              <a:t>evaluation </a:t>
            </a:r>
            <a:r>
              <a:rPr lang="de-DE" sz="2400">
                <a:solidFill>
                  <a:schemeClr val="dk2"/>
                </a:solidFill>
                <a:latin typeface="Calibri"/>
                <a:ea typeface="Calibri"/>
                <a:cs typeface="Calibri"/>
                <a:sym typeface="Calibri"/>
              </a:rPr>
              <a:t>and time required for upscaling the image.</a:t>
            </a:r>
            <a:endParaRPr sz="2400">
              <a:solidFill>
                <a:schemeClr val="dk2"/>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94450" y="763944"/>
            <a:ext cx="8915400" cy="525000"/>
          </a:xfrm>
          <a:prstGeom prst="rect">
            <a:avLst/>
          </a:prstGeom>
        </p:spPr>
        <p:txBody>
          <a:bodyPr anchorCtr="0" anchor="b" bIns="90000" lIns="0" spcFirstLastPara="1" rIns="0" wrap="square" tIns="0">
            <a:noAutofit/>
          </a:bodyPr>
          <a:lstStyle/>
          <a:p>
            <a:pPr indent="0" lvl="0" marL="0" rtl="0" algn="l">
              <a:spcBef>
                <a:spcPts val="0"/>
              </a:spcBef>
              <a:spcAft>
                <a:spcPts val="0"/>
              </a:spcAft>
              <a:buNone/>
            </a:pPr>
            <a:r>
              <a:rPr lang="de-DE" sz="2600"/>
              <a:t> Set14 Dataset Results</a:t>
            </a:r>
            <a:endParaRPr sz="2600"/>
          </a:p>
        </p:txBody>
      </p:sp>
      <p:sp>
        <p:nvSpPr>
          <p:cNvPr id="263" name="Google Shape;263;p3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
        <p:nvSpPr>
          <p:cNvPr id="264" name="Google Shape;264;p32"/>
          <p:cNvSpPr txBox="1"/>
          <p:nvPr/>
        </p:nvSpPr>
        <p:spPr>
          <a:xfrm>
            <a:off x="133625" y="1346500"/>
            <a:ext cx="4391400" cy="1620600"/>
          </a:xfrm>
          <a:prstGeom prst="rect">
            <a:avLst/>
          </a:prstGeom>
          <a:noFill/>
          <a:ln>
            <a:noFill/>
          </a:ln>
        </p:spPr>
        <p:txBody>
          <a:bodyPr anchorCtr="0" anchor="t" bIns="91425" lIns="91425" spcFirstLastPara="1" rIns="91425" wrap="square" tIns="91425">
            <a:noAutofit/>
          </a:bodyPr>
          <a:lstStyle/>
          <a:p>
            <a:pPr indent="-393700" lvl="0" marL="457200" rtl="0" algn="just">
              <a:spcBef>
                <a:spcPts val="0"/>
              </a:spcBef>
              <a:spcAft>
                <a:spcPts val="0"/>
              </a:spcAft>
              <a:buClr>
                <a:schemeClr val="dk2"/>
              </a:buClr>
              <a:buSzPts val="2600"/>
              <a:buFont typeface="Calibri"/>
              <a:buChar char="●"/>
            </a:pPr>
            <a:r>
              <a:rPr lang="de-DE" sz="2600">
                <a:solidFill>
                  <a:schemeClr val="dk2"/>
                </a:solidFill>
                <a:latin typeface="Calibri"/>
                <a:ea typeface="Calibri"/>
                <a:cs typeface="Calibri"/>
                <a:sym typeface="Calibri"/>
              </a:rPr>
              <a:t>The </a:t>
            </a:r>
            <a:r>
              <a:rPr lang="de-DE" sz="2600">
                <a:solidFill>
                  <a:schemeClr val="dk2"/>
                </a:solidFill>
                <a:latin typeface="Calibri"/>
                <a:ea typeface="Calibri"/>
                <a:cs typeface="Calibri"/>
                <a:sym typeface="Calibri"/>
              </a:rPr>
              <a:t>coastguard.png</a:t>
            </a:r>
            <a:r>
              <a:rPr lang="de-DE" sz="2600">
                <a:solidFill>
                  <a:schemeClr val="dk2"/>
                </a:solidFill>
                <a:latin typeface="Calibri"/>
                <a:ea typeface="Calibri"/>
                <a:cs typeface="Calibri"/>
                <a:sym typeface="Calibri"/>
              </a:rPr>
              <a:t> is evaluated and presented.</a:t>
            </a:r>
            <a:endParaRPr sz="2600">
              <a:solidFill>
                <a:schemeClr val="dk2"/>
              </a:solidFill>
              <a:latin typeface="Calibri"/>
              <a:ea typeface="Calibri"/>
              <a:cs typeface="Calibri"/>
              <a:sym typeface="Calibri"/>
            </a:endParaRPr>
          </a:p>
        </p:txBody>
      </p:sp>
      <p:pic>
        <p:nvPicPr>
          <p:cNvPr id="265" name="Google Shape;265;p32"/>
          <p:cNvPicPr preferRelativeResize="0"/>
          <p:nvPr/>
        </p:nvPicPr>
        <p:blipFill>
          <a:blip r:embed="rId3">
            <a:alphaModFix/>
          </a:blip>
          <a:stretch>
            <a:fillRect/>
          </a:stretch>
        </p:blipFill>
        <p:spPr>
          <a:xfrm>
            <a:off x="4525000" y="705225"/>
            <a:ext cx="6306075" cy="6457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pic>
        <p:nvPicPr>
          <p:cNvPr id="272" name="Google Shape;272;p33"/>
          <p:cNvPicPr preferRelativeResize="0"/>
          <p:nvPr/>
        </p:nvPicPr>
        <p:blipFill>
          <a:blip r:embed="rId3">
            <a:alphaModFix/>
          </a:blip>
          <a:stretch>
            <a:fillRect/>
          </a:stretch>
        </p:blipFill>
        <p:spPr>
          <a:xfrm>
            <a:off x="1683738" y="1863275"/>
            <a:ext cx="8824524" cy="3276325"/>
          </a:xfrm>
          <a:prstGeom prst="rect">
            <a:avLst/>
          </a:prstGeom>
          <a:noFill/>
          <a:ln>
            <a:noFill/>
          </a:ln>
        </p:spPr>
      </p:pic>
      <p:sp>
        <p:nvSpPr>
          <p:cNvPr id="273" name="Google Shape;273;p33"/>
          <p:cNvSpPr txBox="1"/>
          <p:nvPr/>
        </p:nvSpPr>
        <p:spPr>
          <a:xfrm>
            <a:off x="156575" y="865075"/>
            <a:ext cx="11984100" cy="693000"/>
          </a:xfrm>
          <a:prstGeom prst="rect">
            <a:avLst/>
          </a:prstGeom>
          <a:noFill/>
          <a:ln>
            <a:noFill/>
          </a:ln>
        </p:spPr>
        <p:txBody>
          <a:bodyPr anchorCtr="0" anchor="t" bIns="91425" lIns="91425" spcFirstLastPara="1" rIns="91425" wrap="square" tIns="91425">
            <a:noAutofit/>
          </a:bodyPr>
          <a:lstStyle/>
          <a:p>
            <a:pPr indent="-381000" lvl="0" marL="457200" rtl="0" algn="just">
              <a:spcBef>
                <a:spcPts val="0"/>
              </a:spcBef>
              <a:spcAft>
                <a:spcPts val="0"/>
              </a:spcAft>
              <a:buClr>
                <a:schemeClr val="dk2"/>
              </a:buClr>
              <a:buSzPts val="2400"/>
              <a:buFont typeface="Calibri"/>
              <a:buChar char="●"/>
            </a:pPr>
            <a:r>
              <a:rPr lang="de-DE" sz="2400">
                <a:solidFill>
                  <a:schemeClr val="dk2"/>
                </a:solidFill>
                <a:latin typeface="Calibri"/>
                <a:ea typeface="Calibri"/>
                <a:cs typeface="Calibri"/>
                <a:sym typeface="Calibri"/>
              </a:rPr>
              <a:t>The table provides metrics based evaluation and time required for upscaling the image.</a:t>
            </a:r>
            <a:endParaRPr sz="2400">
              <a:solidFill>
                <a:schemeClr val="dk2"/>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ph idx="11" type="ftr"/>
          </p:nvPr>
        </p:nvSpPr>
        <p:spPr>
          <a:xfrm>
            <a:off x="1169895" y="6407121"/>
            <a:ext cx="4497480" cy="365125"/>
          </a:xfrm>
          <a:prstGeom prst="rect">
            <a:avLst/>
          </a:prstGeom>
          <a:noFill/>
          <a:ln>
            <a:noFill/>
          </a:ln>
        </p:spPr>
        <p:txBody>
          <a:bodyPr anchorCtr="0" anchor="ctr" bIns="45700" lIns="0" spcFirstLastPara="1" rIns="0" wrap="square" tIns="45700">
            <a:noAutofit/>
          </a:bodyPr>
          <a:lstStyle/>
          <a:p>
            <a:pPr indent="0" lvl="0" marL="0" rtl="0" algn="l">
              <a:spcBef>
                <a:spcPts val="0"/>
              </a:spcBef>
              <a:spcAft>
                <a:spcPts val="0"/>
              </a:spcAft>
              <a:buNone/>
            </a:pPr>
            <a:r>
              <a:rPr lang="de-DE"/>
              <a:t>Hochschule Wismar | Fakultät für Ingenieurwissenschaften</a:t>
            </a:r>
            <a:endParaRPr/>
          </a:p>
        </p:txBody>
      </p:sp>
      <p:sp>
        <p:nvSpPr>
          <p:cNvPr id="279" name="Google Shape;279;p34"/>
          <p:cNvSpPr txBox="1"/>
          <p:nvPr>
            <p:ph idx="10" type="dt"/>
          </p:nvPr>
        </p:nvSpPr>
        <p:spPr>
          <a:xfrm>
            <a:off x="8610600" y="6407121"/>
            <a:ext cx="2743200"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r>
              <a:rPr lang="de-DE"/>
              <a:t>12.04.2023</a:t>
            </a:r>
            <a:endParaRPr/>
          </a:p>
        </p:txBody>
      </p:sp>
      <p:sp>
        <p:nvSpPr>
          <p:cNvPr id="280" name="Google Shape;280;p34"/>
          <p:cNvSpPr txBox="1"/>
          <p:nvPr>
            <p:ph idx="2" type="body"/>
          </p:nvPr>
        </p:nvSpPr>
        <p:spPr>
          <a:xfrm>
            <a:off x="180575" y="191600"/>
            <a:ext cx="11960100" cy="4269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Clr>
                <a:schemeClr val="lt1"/>
              </a:buClr>
              <a:buSzPts val="2400"/>
              <a:buFont typeface="Arial"/>
              <a:buNone/>
            </a:pPr>
            <a:r>
              <a:rPr lang="de-DE" sz="3200"/>
              <a:t>Conclusion</a:t>
            </a:r>
            <a:endParaRPr sz="3200"/>
          </a:p>
        </p:txBody>
      </p:sp>
      <p:sp>
        <p:nvSpPr>
          <p:cNvPr id="281" name="Google Shape;281;p3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de-DE"/>
              <a:t>‹#›</a:t>
            </a:fld>
            <a:endParaRPr/>
          </a:p>
        </p:txBody>
      </p:sp>
      <p:sp>
        <p:nvSpPr>
          <p:cNvPr id="282" name="Google Shape;282;p34"/>
          <p:cNvSpPr txBox="1"/>
          <p:nvPr/>
        </p:nvSpPr>
        <p:spPr>
          <a:xfrm>
            <a:off x="673275" y="947300"/>
            <a:ext cx="9911100" cy="48498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SzPts val="2600"/>
              <a:buFont typeface="Calibri"/>
              <a:buChar char="●"/>
            </a:pPr>
            <a:r>
              <a:rPr lang="de-DE" sz="2600">
                <a:latin typeface="Calibri"/>
                <a:ea typeface="Calibri"/>
                <a:cs typeface="Calibri"/>
                <a:sym typeface="Calibri"/>
              </a:rPr>
              <a:t>This dissertation provides a detailed introduction to the topic of Image Interpolation and its techniques implementation and compares the results of the implemented models. Further, a detailed comparison of reconstruction results was displayed.</a:t>
            </a:r>
            <a:endParaRPr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lang="de-DE" sz="2600">
                <a:latin typeface="Calibri"/>
                <a:ea typeface="Calibri"/>
                <a:cs typeface="Calibri"/>
                <a:sym typeface="Calibri"/>
              </a:rPr>
              <a:t>The Autoencoder model has superior performance in terms of metrics evaluation.</a:t>
            </a:r>
            <a:endParaRPr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lang="de-DE" sz="2600">
                <a:latin typeface="Calibri"/>
                <a:ea typeface="Calibri"/>
                <a:cs typeface="Calibri"/>
                <a:sym typeface="Calibri"/>
              </a:rPr>
              <a:t>The SRCNN model exhibits the most computational efficiency among all the models considered.</a:t>
            </a:r>
            <a:endParaRPr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lang="de-DE" sz="2600">
                <a:latin typeface="Calibri"/>
                <a:ea typeface="Calibri"/>
                <a:cs typeface="Calibri"/>
                <a:sym typeface="Calibri"/>
              </a:rPr>
              <a:t>Although SRGAN does not demonstrate exceptional performance in conventional metrics such as PSNR, it has remarkable proficiency in generating visually fascinating outcomes </a:t>
            </a:r>
            <a:r>
              <a:rPr lang="de-DE" sz="2600">
                <a:latin typeface="Calibri"/>
                <a:ea typeface="Calibri"/>
                <a:cs typeface="Calibri"/>
                <a:sym typeface="Calibri"/>
              </a:rPr>
              <a:t>characterized</a:t>
            </a:r>
            <a:r>
              <a:rPr lang="de-DE" sz="2600">
                <a:latin typeface="Calibri"/>
                <a:ea typeface="Calibri"/>
                <a:cs typeface="Calibri"/>
                <a:sym typeface="Calibri"/>
              </a:rPr>
              <a:t> by detailed features, textures, and sharpness.</a:t>
            </a:r>
            <a:endParaRPr sz="2600">
              <a:latin typeface="Calibri"/>
              <a:ea typeface="Calibri"/>
              <a:cs typeface="Calibri"/>
              <a:sym typeface="Calibri"/>
            </a:endParaRPr>
          </a:p>
          <a:p>
            <a:pPr indent="0" lvl="0" marL="0" rtl="0" algn="l">
              <a:spcBef>
                <a:spcPts val="0"/>
              </a:spcBef>
              <a:spcAft>
                <a:spcPts val="0"/>
              </a:spcAft>
              <a:buNone/>
            </a:pPr>
            <a:r>
              <a:t/>
            </a:r>
            <a:endParaRPr sz="26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itel">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